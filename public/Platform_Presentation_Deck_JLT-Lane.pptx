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56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7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2460" y="5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987D61-6138-4377-9BB3-56C47A8BA5D9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BF90B0C-FAD3-40BC-8051-66695251AC1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Build a governed multi-service platform ecosystem</a:t>
          </a:r>
        </a:p>
      </dgm:t>
    </dgm:pt>
    <dgm:pt modelId="{9CFCF9F8-7274-4B8B-BBE9-ABDD4179A78E}" type="parTrans" cxnId="{B1FE3FED-76D2-4AB4-919A-C44C006FD5AE}">
      <dgm:prSet/>
      <dgm:spPr/>
      <dgm:t>
        <a:bodyPr/>
        <a:lstStyle/>
        <a:p>
          <a:endParaRPr lang="en-US"/>
        </a:p>
      </dgm:t>
    </dgm:pt>
    <dgm:pt modelId="{C83F09EA-9E7B-4BF1-8672-0868C41106AF}" type="sibTrans" cxnId="{B1FE3FED-76D2-4AB4-919A-C44C006FD5AE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D7335B11-0EFD-41CC-8136-45CCDCF861E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Operate digital systems like a cloud provider</a:t>
          </a:r>
        </a:p>
      </dgm:t>
    </dgm:pt>
    <dgm:pt modelId="{40CEF8FD-6CDB-4400-8325-FC79609A23D9}" type="parTrans" cxnId="{10C82AFF-529F-4FB8-BED4-5517D4C85646}">
      <dgm:prSet/>
      <dgm:spPr/>
      <dgm:t>
        <a:bodyPr/>
        <a:lstStyle/>
        <a:p>
          <a:endParaRPr lang="en-US"/>
        </a:p>
      </dgm:t>
    </dgm:pt>
    <dgm:pt modelId="{E46BC843-3F44-4368-BED1-F4CBA2AC6E9B}" type="sibTrans" cxnId="{10C82AFF-529F-4FB8-BED4-5517D4C85646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99AA2FDE-72FF-4E4E-BF6F-8C82242EDBD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Ensure consistency, scalability, and long-term sustainability</a:t>
          </a:r>
        </a:p>
      </dgm:t>
    </dgm:pt>
    <dgm:pt modelId="{2A4C124C-4A1E-4468-9441-1F0B9A3546DF}" type="parTrans" cxnId="{E65AACF8-D53F-4EB2-81B6-612F9066DEB8}">
      <dgm:prSet/>
      <dgm:spPr/>
      <dgm:t>
        <a:bodyPr/>
        <a:lstStyle/>
        <a:p>
          <a:endParaRPr lang="en-US"/>
        </a:p>
      </dgm:t>
    </dgm:pt>
    <dgm:pt modelId="{10C35F8B-0655-4296-8772-FB8CC7026008}" type="sibTrans" cxnId="{E65AACF8-D53F-4EB2-81B6-612F9066DEB8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EC8305E3-2743-449B-8452-8130A4AF8322}" type="pres">
      <dgm:prSet presAssocID="{E4987D61-6138-4377-9BB3-56C47A8BA5D9}" presName="Name0" presStyleCnt="0">
        <dgm:presLayoutVars>
          <dgm:animLvl val="lvl"/>
          <dgm:resizeHandles val="exact"/>
        </dgm:presLayoutVars>
      </dgm:prSet>
      <dgm:spPr/>
    </dgm:pt>
    <dgm:pt modelId="{77FA737E-B9D7-4FFF-A645-9C8BDCD20A64}" type="pres">
      <dgm:prSet presAssocID="{EBF90B0C-FAD3-40BC-8051-66695251AC11}" presName="compositeNode" presStyleCnt="0">
        <dgm:presLayoutVars>
          <dgm:bulletEnabled val="1"/>
        </dgm:presLayoutVars>
      </dgm:prSet>
      <dgm:spPr/>
    </dgm:pt>
    <dgm:pt modelId="{F15BCF74-AB29-4983-9BDD-5C63185C5508}" type="pres">
      <dgm:prSet presAssocID="{EBF90B0C-FAD3-40BC-8051-66695251AC11}" presName="bgRect" presStyleLbl="alignNode1" presStyleIdx="0" presStyleCnt="3"/>
      <dgm:spPr/>
    </dgm:pt>
    <dgm:pt modelId="{6B3658C7-7C81-4A82-BDC8-C06C091E71CE}" type="pres">
      <dgm:prSet presAssocID="{C83F09EA-9E7B-4BF1-8672-0868C41106AF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E79487D8-42D2-466A-AC26-25CE95EC1504}" type="pres">
      <dgm:prSet presAssocID="{EBF90B0C-FAD3-40BC-8051-66695251AC11}" presName="nodeRect" presStyleLbl="alignNode1" presStyleIdx="0" presStyleCnt="3">
        <dgm:presLayoutVars>
          <dgm:bulletEnabled val="1"/>
        </dgm:presLayoutVars>
      </dgm:prSet>
      <dgm:spPr/>
    </dgm:pt>
    <dgm:pt modelId="{CF11999D-F17A-4AC2-8149-4D574E5B7446}" type="pres">
      <dgm:prSet presAssocID="{C83F09EA-9E7B-4BF1-8672-0868C41106AF}" presName="sibTrans" presStyleCnt="0"/>
      <dgm:spPr/>
    </dgm:pt>
    <dgm:pt modelId="{DDC16D70-3B25-49A1-977D-DB80E9C401D5}" type="pres">
      <dgm:prSet presAssocID="{D7335B11-0EFD-41CC-8136-45CCDCF861EB}" presName="compositeNode" presStyleCnt="0">
        <dgm:presLayoutVars>
          <dgm:bulletEnabled val="1"/>
        </dgm:presLayoutVars>
      </dgm:prSet>
      <dgm:spPr/>
    </dgm:pt>
    <dgm:pt modelId="{CCB79712-D68F-4D16-B884-B14994D9E498}" type="pres">
      <dgm:prSet presAssocID="{D7335B11-0EFD-41CC-8136-45CCDCF861EB}" presName="bgRect" presStyleLbl="alignNode1" presStyleIdx="1" presStyleCnt="3"/>
      <dgm:spPr/>
    </dgm:pt>
    <dgm:pt modelId="{69EFDF4B-86C0-42A3-A759-1D5B9AC375EB}" type="pres">
      <dgm:prSet presAssocID="{E46BC843-3F44-4368-BED1-F4CBA2AC6E9B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28574229-A741-49FE-A33B-FBB78B75E85C}" type="pres">
      <dgm:prSet presAssocID="{D7335B11-0EFD-41CC-8136-45CCDCF861EB}" presName="nodeRect" presStyleLbl="alignNode1" presStyleIdx="1" presStyleCnt="3">
        <dgm:presLayoutVars>
          <dgm:bulletEnabled val="1"/>
        </dgm:presLayoutVars>
      </dgm:prSet>
      <dgm:spPr/>
    </dgm:pt>
    <dgm:pt modelId="{4711395A-FFB4-4F7B-B339-BFA107D0270F}" type="pres">
      <dgm:prSet presAssocID="{E46BC843-3F44-4368-BED1-F4CBA2AC6E9B}" presName="sibTrans" presStyleCnt="0"/>
      <dgm:spPr/>
    </dgm:pt>
    <dgm:pt modelId="{5360522C-3B66-4A50-A018-BE0A9FE27F33}" type="pres">
      <dgm:prSet presAssocID="{99AA2FDE-72FF-4E4E-BF6F-8C82242EDBDF}" presName="compositeNode" presStyleCnt="0">
        <dgm:presLayoutVars>
          <dgm:bulletEnabled val="1"/>
        </dgm:presLayoutVars>
      </dgm:prSet>
      <dgm:spPr/>
    </dgm:pt>
    <dgm:pt modelId="{3A608616-B821-45A2-B764-9270DD833286}" type="pres">
      <dgm:prSet presAssocID="{99AA2FDE-72FF-4E4E-BF6F-8C82242EDBDF}" presName="bgRect" presStyleLbl="alignNode1" presStyleIdx="2" presStyleCnt="3"/>
      <dgm:spPr/>
    </dgm:pt>
    <dgm:pt modelId="{4FF5C060-BB61-48F0-8107-9B92B81F8729}" type="pres">
      <dgm:prSet presAssocID="{10C35F8B-0655-4296-8772-FB8CC7026008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B038DA4F-3A0F-438B-927F-C255B505999F}" type="pres">
      <dgm:prSet presAssocID="{99AA2FDE-72FF-4E4E-BF6F-8C82242EDBDF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43B3A10-5CB9-407F-A314-8A42F06506E2}" type="presOf" srcId="{EBF90B0C-FAD3-40BC-8051-66695251AC11}" destId="{F15BCF74-AB29-4983-9BDD-5C63185C5508}" srcOrd="0" destOrd="0" presId="urn:microsoft.com/office/officeart/2016/7/layout/LinearBlockProcessNumbered"/>
    <dgm:cxn modelId="{CF9F9C2B-C448-4D0D-807A-048E562F11C6}" type="presOf" srcId="{EBF90B0C-FAD3-40BC-8051-66695251AC11}" destId="{E79487D8-42D2-466A-AC26-25CE95EC1504}" srcOrd="1" destOrd="0" presId="urn:microsoft.com/office/officeart/2016/7/layout/LinearBlockProcessNumbered"/>
    <dgm:cxn modelId="{0F786C35-19A9-495A-8F1E-83DC90269164}" type="presOf" srcId="{10C35F8B-0655-4296-8772-FB8CC7026008}" destId="{4FF5C060-BB61-48F0-8107-9B92B81F8729}" srcOrd="0" destOrd="0" presId="urn:microsoft.com/office/officeart/2016/7/layout/LinearBlockProcessNumbered"/>
    <dgm:cxn modelId="{A43A6B4C-C5FB-4EA8-BA1D-62409D23D8F7}" type="presOf" srcId="{E4987D61-6138-4377-9BB3-56C47A8BA5D9}" destId="{EC8305E3-2743-449B-8452-8130A4AF8322}" srcOrd="0" destOrd="0" presId="urn:microsoft.com/office/officeart/2016/7/layout/LinearBlockProcessNumbered"/>
    <dgm:cxn modelId="{00E05F7D-BE27-4B79-BDBD-B1B1B10D1EE5}" type="presOf" srcId="{C83F09EA-9E7B-4BF1-8672-0868C41106AF}" destId="{6B3658C7-7C81-4A82-BDC8-C06C091E71CE}" srcOrd="0" destOrd="0" presId="urn:microsoft.com/office/officeart/2016/7/layout/LinearBlockProcessNumbered"/>
    <dgm:cxn modelId="{C8086381-5600-491A-9EF4-9E75D2FA1A15}" type="presOf" srcId="{99AA2FDE-72FF-4E4E-BF6F-8C82242EDBDF}" destId="{3A608616-B821-45A2-B764-9270DD833286}" srcOrd="0" destOrd="0" presId="urn:microsoft.com/office/officeart/2016/7/layout/LinearBlockProcessNumbered"/>
    <dgm:cxn modelId="{C5B739B9-5336-4183-8EF4-221C4B23A487}" type="presOf" srcId="{99AA2FDE-72FF-4E4E-BF6F-8C82242EDBDF}" destId="{B038DA4F-3A0F-438B-927F-C255B505999F}" srcOrd="1" destOrd="0" presId="urn:microsoft.com/office/officeart/2016/7/layout/LinearBlockProcessNumbered"/>
    <dgm:cxn modelId="{78B61CD4-5ECC-4BC3-8C9F-15E5FBF9F06E}" type="presOf" srcId="{D7335B11-0EFD-41CC-8136-45CCDCF861EB}" destId="{28574229-A741-49FE-A33B-FBB78B75E85C}" srcOrd="1" destOrd="0" presId="urn:microsoft.com/office/officeart/2016/7/layout/LinearBlockProcessNumbered"/>
    <dgm:cxn modelId="{B1FE3FED-76D2-4AB4-919A-C44C006FD5AE}" srcId="{E4987D61-6138-4377-9BB3-56C47A8BA5D9}" destId="{EBF90B0C-FAD3-40BC-8051-66695251AC11}" srcOrd="0" destOrd="0" parTransId="{9CFCF9F8-7274-4B8B-BBE9-ABDD4179A78E}" sibTransId="{C83F09EA-9E7B-4BF1-8672-0868C41106AF}"/>
    <dgm:cxn modelId="{29A889F0-58CE-46DA-BBB5-CFFBBD95C2EC}" type="presOf" srcId="{E46BC843-3F44-4368-BED1-F4CBA2AC6E9B}" destId="{69EFDF4B-86C0-42A3-A759-1D5B9AC375EB}" srcOrd="0" destOrd="0" presId="urn:microsoft.com/office/officeart/2016/7/layout/LinearBlockProcessNumbered"/>
    <dgm:cxn modelId="{3616A2F2-67A0-42C3-B756-77226FCEF937}" type="presOf" srcId="{D7335B11-0EFD-41CC-8136-45CCDCF861EB}" destId="{CCB79712-D68F-4D16-B884-B14994D9E498}" srcOrd="0" destOrd="0" presId="urn:microsoft.com/office/officeart/2016/7/layout/LinearBlockProcessNumbered"/>
    <dgm:cxn modelId="{E65AACF8-D53F-4EB2-81B6-612F9066DEB8}" srcId="{E4987D61-6138-4377-9BB3-56C47A8BA5D9}" destId="{99AA2FDE-72FF-4E4E-BF6F-8C82242EDBDF}" srcOrd="2" destOrd="0" parTransId="{2A4C124C-4A1E-4468-9441-1F0B9A3546DF}" sibTransId="{10C35F8B-0655-4296-8772-FB8CC7026008}"/>
    <dgm:cxn modelId="{10C82AFF-529F-4FB8-BED4-5517D4C85646}" srcId="{E4987D61-6138-4377-9BB3-56C47A8BA5D9}" destId="{D7335B11-0EFD-41CC-8136-45CCDCF861EB}" srcOrd="1" destOrd="0" parTransId="{40CEF8FD-6CDB-4400-8325-FC79609A23D9}" sibTransId="{E46BC843-3F44-4368-BED1-F4CBA2AC6E9B}"/>
    <dgm:cxn modelId="{38A74830-D209-4CD5-984A-72819491B85B}" type="presParOf" srcId="{EC8305E3-2743-449B-8452-8130A4AF8322}" destId="{77FA737E-B9D7-4FFF-A645-9C8BDCD20A64}" srcOrd="0" destOrd="0" presId="urn:microsoft.com/office/officeart/2016/7/layout/LinearBlockProcessNumbered"/>
    <dgm:cxn modelId="{DAC3E28C-F7BA-4927-A59E-164F33158737}" type="presParOf" srcId="{77FA737E-B9D7-4FFF-A645-9C8BDCD20A64}" destId="{F15BCF74-AB29-4983-9BDD-5C63185C5508}" srcOrd="0" destOrd="0" presId="urn:microsoft.com/office/officeart/2016/7/layout/LinearBlockProcessNumbered"/>
    <dgm:cxn modelId="{9261E212-6A8F-4A71-9422-85A782A1B51D}" type="presParOf" srcId="{77FA737E-B9D7-4FFF-A645-9C8BDCD20A64}" destId="{6B3658C7-7C81-4A82-BDC8-C06C091E71CE}" srcOrd="1" destOrd="0" presId="urn:microsoft.com/office/officeart/2016/7/layout/LinearBlockProcessNumbered"/>
    <dgm:cxn modelId="{BC394992-3441-41A6-9642-C4B385769BA4}" type="presParOf" srcId="{77FA737E-B9D7-4FFF-A645-9C8BDCD20A64}" destId="{E79487D8-42D2-466A-AC26-25CE95EC1504}" srcOrd="2" destOrd="0" presId="urn:microsoft.com/office/officeart/2016/7/layout/LinearBlockProcessNumbered"/>
    <dgm:cxn modelId="{6CC6BA4A-EBA4-49B6-9311-741CB6EF5249}" type="presParOf" srcId="{EC8305E3-2743-449B-8452-8130A4AF8322}" destId="{CF11999D-F17A-4AC2-8149-4D574E5B7446}" srcOrd="1" destOrd="0" presId="urn:microsoft.com/office/officeart/2016/7/layout/LinearBlockProcessNumbered"/>
    <dgm:cxn modelId="{079011E5-3ACE-40B0-85F9-F51784EBC51F}" type="presParOf" srcId="{EC8305E3-2743-449B-8452-8130A4AF8322}" destId="{DDC16D70-3B25-49A1-977D-DB80E9C401D5}" srcOrd="2" destOrd="0" presId="urn:microsoft.com/office/officeart/2016/7/layout/LinearBlockProcessNumbered"/>
    <dgm:cxn modelId="{C89D7757-F914-4C84-AD8E-96A55BB3A9A4}" type="presParOf" srcId="{DDC16D70-3B25-49A1-977D-DB80E9C401D5}" destId="{CCB79712-D68F-4D16-B884-B14994D9E498}" srcOrd="0" destOrd="0" presId="urn:microsoft.com/office/officeart/2016/7/layout/LinearBlockProcessNumbered"/>
    <dgm:cxn modelId="{6B276D25-36D6-4F13-8C24-EB7DA6E07D32}" type="presParOf" srcId="{DDC16D70-3B25-49A1-977D-DB80E9C401D5}" destId="{69EFDF4B-86C0-42A3-A759-1D5B9AC375EB}" srcOrd="1" destOrd="0" presId="urn:microsoft.com/office/officeart/2016/7/layout/LinearBlockProcessNumbered"/>
    <dgm:cxn modelId="{C5A3C0DE-9602-4657-AA29-8341AF015569}" type="presParOf" srcId="{DDC16D70-3B25-49A1-977D-DB80E9C401D5}" destId="{28574229-A741-49FE-A33B-FBB78B75E85C}" srcOrd="2" destOrd="0" presId="urn:microsoft.com/office/officeart/2016/7/layout/LinearBlockProcessNumbered"/>
    <dgm:cxn modelId="{C2AC7A5B-BAF3-418A-A8F3-26BAAFD4268D}" type="presParOf" srcId="{EC8305E3-2743-449B-8452-8130A4AF8322}" destId="{4711395A-FFB4-4F7B-B339-BFA107D0270F}" srcOrd="3" destOrd="0" presId="urn:microsoft.com/office/officeart/2016/7/layout/LinearBlockProcessNumbered"/>
    <dgm:cxn modelId="{44B363CB-7C19-464D-B40B-36E7C290913B}" type="presParOf" srcId="{EC8305E3-2743-449B-8452-8130A4AF8322}" destId="{5360522C-3B66-4A50-A018-BE0A9FE27F33}" srcOrd="4" destOrd="0" presId="urn:microsoft.com/office/officeart/2016/7/layout/LinearBlockProcessNumbered"/>
    <dgm:cxn modelId="{C29585E3-130B-4B0A-9D92-89349C2C42C7}" type="presParOf" srcId="{5360522C-3B66-4A50-A018-BE0A9FE27F33}" destId="{3A608616-B821-45A2-B764-9270DD833286}" srcOrd="0" destOrd="0" presId="urn:microsoft.com/office/officeart/2016/7/layout/LinearBlockProcessNumbered"/>
    <dgm:cxn modelId="{E0A500E6-4BCF-4D82-840E-14DA7A39461D}" type="presParOf" srcId="{5360522C-3B66-4A50-A018-BE0A9FE27F33}" destId="{4FF5C060-BB61-48F0-8107-9B92B81F8729}" srcOrd="1" destOrd="0" presId="urn:microsoft.com/office/officeart/2016/7/layout/LinearBlockProcessNumbered"/>
    <dgm:cxn modelId="{01950FD5-BEFE-471A-B27F-E18F83CFC265}" type="presParOf" srcId="{5360522C-3B66-4A50-A018-BE0A9FE27F33}" destId="{B038DA4F-3A0F-438B-927F-C255B505999F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F49079-6982-42D5-9842-388763E867F3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7F37375B-BB36-4AF8-B7EC-E302F9FB7DED}">
      <dgm:prSet/>
      <dgm:spPr/>
      <dgm:t>
        <a:bodyPr/>
        <a:lstStyle/>
        <a:p>
          <a:r>
            <a:rPr lang="en-US"/>
            <a:t>Fragmented digital systems across organizations</a:t>
          </a:r>
        </a:p>
      </dgm:t>
    </dgm:pt>
    <dgm:pt modelId="{DC127628-763E-4492-BC33-B5CFC6AF3D8A}" type="parTrans" cxnId="{663CB639-0E8D-4B36-84F2-656DE5731023}">
      <dgm:prSet/>
      <dgm:spPr/>
      <dgm:t>
        <a:bodyPr/>
        <a:lstStyle/>
        <a:p>
          <a:endParaRPr lang="en-US"/>
        </a:p>
      </dgm:t>
    </dgm:pt>
    <dgm:pt modelId="{B8AC86E9-F71C-4D31-AF35-ADA8DBEFA886}" type="sibTrans" cxnId="{663CB639-0E8D-4B36-84F2-656DE5731023}">
      <dgm:prSet/>
      <dgm:spPr/>
      <dgm:t>
        <a:bodyPr/>
        <a:lstStyle/>
        <a:p>
          <a:endParaRPr lang="en-US"/>
        </a:p>
      </dgm:t>
    </dgm:pt>
    <dgm:pt modelId="{8166A17C-350F-46E8-95F9-6D9F12E2F13C}">
      <dgm:prSet/>
      <dgm:spPr/>
      <dgm:t>
        <a:bodyPr/>
        <a:lstStyle/>
        <a:p>
          <a:r>
            <a:rPr lang="en-US"/>
            <a:t>Duplicated effort and inconsistent experiences</a:t>
          </a:r>
        </a:p>
      </dgm:t>
    </dgm:pt>
    <dgm:pt modelId="{7CC4E2E7-2710-4859-A6B7-CC8D41C26DC3}" type="parTrans" cxnId="{B18C6C3A-77C0-49F2-88F7-4AF7DB5137AF}">
      <dgm:prSet/>
      <dgm:spPr/>
      <dgm:t>
        <a:bodyPr/>
        <a:lstStyle/>
        <a:p>
          <a:endParaRPr lang="en-US"/>
        </a:p>
      </dgm:t>
    </dgm:pt>
    <dgm:pt modelId="{B5983BB7-2DE9-4C4D-BFBD-FDAD3F0947A1}" type="sibTrans" cxnId="{B18C6C3A-77C0-49F2-88F7-4AF7DB5137AF}">
      <dgm:prSet/>
      <dgm:spPr/>
      <dgm:t>
        <a:bodyPr/>
        <a:lstStyle/>
        <a:p>
          <a:endParaRPr lang="en-US"/>
        </a:p>
      </dgm:t>
    </dgm:pt>
    <dgm:pt modelId="{C4486436-9E29-4769-9EAF-6D2D02576512}">
      <dgm:prSet/>
      <dgm:spPr/>
      <dgm:t>
        <a:bodyPr/>
        <a:lstStyle/>
        <a:p>
          <a:r>
            <a:rPr lang="en-US"/>
            <a:t>Lack of governance and long-term architectural direction</a:t>
          </a:r>
        </a:p>
      </dgm:t>
    </dgm:pt>
    <dgm:pt modelId="{9064FAD4-E4C2-499E-8E53-34E491632EC6}" type="parTrans" cxnId="{2C5D34BF-5F0D-40BF-8400-F53176112C8B}">
      <dgm:prSet/>
      <dgm:spPr/>
      <dgm:t>
        <a:bodyPr/>
        <a:lstStyle/>
        <a:p>
          <a:endParaRPr lang="en-US"/>
        </a:p>
      </dgm:t>
    </dgm:pt>
    <dgm:pt modelId="{2C1575A2-4723-48C5-B418-02669FE138DB}" type="sibTrans" cxnId="{2C5D34BF-5F0D-40BF-8400-F53176112C8B}">
      <dgm:prSet/>
      <dgm:spPr/>
      <dgm:t>
        <a:bodyPr/>
        <a:lstStyle/>
        <a:p>
          <a:endParaRPr lang="en-US"/>
        </a:p>
      </dgm:t>
    </dgm:pt>
    <dgm:pt modelId="{9051959A-C74B-498E-87FC-B0435103ABD3}" type="pres">
      <dgm:prSet presAssocID="{BBF49079-6982-42D5-9842-388763E867F3}" presName="vert0" presStyleCnt="0">
        <dgm:presLayoutVars>
          <dgm:dir/>
          <dgm:animOne val="branch"/>
          <dgm:animLvl val="lvl"/>
        </dgm:presLayoutVars>
      </dgm:prSet>
      <dgm:spPr/>
    </dgm:pt>
    <dgm:pt modelId="{659CB2BD-5064-420D-BF9A-4561821DB898}" type="pres">
      <dgm:prSet presAssocID="{7F37375B-BB36-4AF8-B7EC-E302F9FB7DED}" presName="thickLine" presStyleLbl="alignNode1" presStyleIdx="0" presStyleCnt="3"/>
      <dgm:spPr/>
    </dgm:pt>
    <dgm:pt modelId="{4735B6FA-6C9D-4864-979C-ADF1ECED7482}" type="pres">
      <dgm:prSet presAssocID="{7F37375B-BB36-4AF8-B7EC-E302F9FB7DED}" presName="horz1" presStyleCnt="0"/>
      <dgm:spPr/>
    </dgm:pt>
    <dgm:pt modelId="{251AB330-A97D-455D-B00A-024F95672B80}" type="pres">
      <dgm:prSet presAssocID="{7F37375B-BB36-4AF8-B7EC-E302F9FB7DED}" presName="tx1" presStyleLbl="revTx" presStyleIdx="0" presStyleCnt="3"/>
      <dgm:spPr/>
    </dgm:pt>
    <dgm:pt modelId="{F536B433-DADE-424B-A63E-63576F378944}" type="pres">
      <dgm:prSet presAssocID="{7F37375B-BB36-4AF8-B7EC-E302F9FB7DED}" presName="vert1" presStyleCnt="0"/>
      <dgm:spPr/>
    </dgm:pt>
    <dgm:pt modelId="{6A498E4D-1D6D-405C-B70E-D40BFBD48E90}" type="pres">
      <dgm:prSet presAssocID="{8166A17C-350F-46E8-95F9-6D9F12E2F13C}" presName="thickLine" presStyleLbl="alignNode1" presStyleIdx="1" presStyleCnt="3"/>
      <dgm:spPr/>
    </dgm:pt>
    <dgm:pt modelId="{31B0747A-C8A7-4FD9-A529-C7BB9FE23A62}" type="pres">
      <dgm:prSet presAssocID="{8166A17C-350F-46E8-95F9-6D9F12E2F13C}" presName="horz1" presStyleCnt="0"/>
      <dgm:spPr/>
    </dgm:pt>
    <dgm:pt modelId="{BAEF32A1-D0DA-488B-A047-33269D340C94}" type="pres">
      <dgm:prSet presAssocID="{8166A17C-350F-46E8-95F9-6D9F12E2F13C}" presName="tx1" presStyleLbl="revTx" presStyleIdx="1" presStyleCnt="3"/>
      <dgm:spPr/>
    </dgm:pt>
    <dgm:pt modelId="{FD079E7E-4DA0-46FB-A254-CB83D73692A7}" type="pres">
      <dgm:prSet presAssocID="{8166A17C-350F-46E8-95F9-6D9F12E2F13C}" presName="vert1" presStyleCnt="0"/>
      <dgm:spPr/>
    </dgm:pt>
    <dgm:pt modelId="{CFC6D6B7-6E3C-4C93-BCA2-7E4C7843CC10}" type="pres">
      <dgm:prSet presAssocID="{C4486436-9E29-4769-9EAF-6D2D02576512}" presName="thickLine" presStyleLbl="alignNode1" presStyleIdx="2" presStyleCnt="3"/>
      <dgm:spPr/>
    </dgm:pt>
    <dgm:pt modelId="{FD76E437-6271-4D90-8967-298421C30399}" type="pres">
      <dgm:prSet presAssocID="{C4486436-9E29-4769-9EAF-6D2D02576512}" presName="horz1" presStyleCnt="0"/>
      <dgm:spPr/>
    </dgm:pt>
    <dgm:pt modelId="{39874AB2-2AAB-40BA-B8DE-7A90C302C21F}" type="pres">
      <dgm:prSet presAssocID="{C4486436-9E29-4769-9EAF-6D2D02576512}" presName="tx1" presStyleLbl="revTx" presStyleIdx="2" presStyleCnt="3"/>
      <dgm:spPr/>
    </dgm:pt>
    <dgm:pt modelId="{9D863FEB-D79C-4B67-8388-402808539765}" type="pres">
      <dgm:prSet presAssocID="{C4486436-9E29-4769-9EAF-6D2D02576512}" presName="vert1" presStyleCnt="0"/>
      <dgm:spPr/>
    </dgm:pt>
  </dgm:ptLst>
  <dgm:cxnLst>
    <dgm:cxn modelId="{663CB639-0E8D-4B36-84F2-656DE5731023}" srcId="{BBF49079-6982-42D5-9842-388763E867F3}" destId="{7F37375B-BB36-4AF8-B7EC-E302F9FB7DED}" srcOrd="0" destOrd="0" parTransId="{DC127628-763E-4492-BC33-B5CFC6AF3D8A}" sibTransId="{B8AC86E9-F71C-4D31-AF35-ADA8DBEFA886}"/>
    <dgm:cxn modelId="{B18C6C3A-77C0-49F2-88F7-4AF7DB5137AF}" srcId="{BBF49079-6982-42D5-9842-388763E867F3}" destId="{8166A17C-350F-46E8-95F9-6D9F12E2F13C}" srcOrd="1" destOrd="0" parTransId="{7CC4E2E7-2710-4859-A6B7-CC8D41C26DC3}" sibTransId="{B5983BB7-2DE9-4C4D-BFBD-FDAD3F0947A1}"/>
    <dgm:cxn modelId="{90A9733C-0A1B-49BE-A272-A43571A912A4}" type="presOf" srcId="{7F37375B-BB36-4AF8-B7EC-E302F9FB7DED}" destId="{251AB330-A97D-455D-B00A-024F95672B80}" srcOrd="0" destOrd="0" presId="urn:microsoft.com/office/officeart/2008/layout/LinedList"/>
    <dgm:cxn modelId="{0B453474-1CEB-4685-9FE9-51C229E3B4FA}" type="presOf" srcId="{C4486436-9E29-4769-9EAF-6D2D02576512}" destId="{39874AB2-2AAB-40BA-B8DE-7A90C302C21F}" srcOrd="0" destOrd="0" presId="urn:microsoft.com/office/officeart/2008/layout/LinedList"/>
    <dgm:cxn modelId="{CACE7158-A83A-4527-87D2-816CF03268E0}" type="presOf" srcId="{BBF49079-6982-42D5-9842-388763E867F3}" destId="{9051959A-C74B-498E-87FC-B0435103ABD3}" srcOrd="0" destOrd="0" presId="urn:microsoft.com/office/officeart/2008/layout/LinedList"/>
    <dgm:cxn modelId="{2C5D34BF-5F0D-40BF-8400-F53176112C8B}" srcId="{BBF49079-6982-42D5-9842-388763E867F3}" destId="{C4486436-9E29-4769-9EAF-6D2D02576512}" srcOrd="2" destOrd="0" parTransId="{9064FAD4-E4C2-499E-8E53-34E491632EC6}" sibTransId="{2C1575A2-4723-48C5-B418-02669FE138DB}"/>
    <dgm:cxn modelId="{157633CA-6924-4577-A3E2-EDAA17FCEB86}" type="presOf" srcId="{8166A17C-350F-46E8-95F9-6D9F12E2F13C}" destId="{BAEF32A1-D0DA-488B-A047-33269D340C94}" srcOrd="0" destOrd="0" presId="urn:microsoft.com/office/officeart/2008/layout/LinedList"/>
    <dgm:cxn modelId="{8FBE9310-FFDC-4063-822D-A103AE17F4CE}" type="presParOf" srcId="{9051959A-C74B-498E-87FC-B0435103ABD3}" destId="{659CB2BD-5064-420D-BF9A-4561821DB898}" srcOrd="0" destOrd="0" presId="urn:microsoft.com/office/officeart/2008/layout/LinedList"/>
    <dgm:cxn modelId="{6A18E262-5E33-4C2A-9F68-46159C983C94}" type="presParOf" srcId="{9051959A-C74B-498E-87FC-B0435103ABD3}" destId="{4735B6FA-6C9D-4864-979C-ADF1ECED7482}" srcOrd="1" destOrd="0" presId="urn:microsoft.com/office/officeart/2008/layout/LinedList"/>
    <dgm:cxn modelId="{D1A1F245-09D3-4DE8-8F92-E660708C726B}" type="presParOf" srcId="{4735B6FA-6C9D-4864-979C-ADF1ECED7482}" destId="{251AB330-A97D-455D-B00A-024F95672B80}" srcOrd="0" destOrd="0" presId="urn:microsoft.com/office/officeart/2008/layout/LinedList"/>
    <dgm:cxn modelId="{B60C0745-5DEC-49E5-AC11-D05F6C1274DB}" type="presParOf" srcId="{4735B6FA-6C9D-4864-979C-ADF1ECED7482}" destId="{F536B433-DADE-424B-A63E-63576F378944}" srcOrd="1" destOrd="0" presId="urn:microsoft.com/office/officeart/2008/layout/LinedList"/>
    <dgm:cxn modelId="{52BCE7C1-5798-44C0-A2BC-2D12607245ED}" type="presParOf" srcId="{9051959A-C74B-498E-87FC-B0435103ABD3}" destId="{6A498E4D-1D6D-405C-B70E-D40BFBD48E90}" srcOrd="2" destOrd="0" presId="urn:microsoft.com/office/officeart/2008/layout/LinedList"/>
    <dgm:cxn modelId="{6224ADB2-FB78-44CB-8185-8CF967E66F62}" type="presParOf" srcId="{9051959A-C74B-498E-87FC-B0435103ABD3}" destId="{31B0747A-C8A7-4FD9-A529-C7BB9FE23A62}" srcOrd="3" destOrd="0" presId="urn:microsoft.com/office/officeart/2008/layout/LinedList"/>
    <dgm:cxn modelId="{E761CEB9-76DA-44B5-AEF4-3D2A04369BAF}" type="presParOf" srcId="{31B0747A-C8A7-4FD9-A529-C7BB9FE23A62}" destId="{BAEF32A1-D0DA-488B-A047-33269D340C94}" srcOrd="0" destOrd="0" presId="urn:microsoft.com/office/officeart/2008/layout/LinedList"/>
    <dgm:cxn modelId="{2AA9EC44-662B-48C1-B1DE-86510D232FDD}" type="presParOf" srcId="{31B0747A-C8A7-4FD9-A529-C7BB9FE23A62}" destId="{FD079E7E-4DA0-46FB-A254-CB83D73692A7}" srcOrd="1" destOrd="0" presId="urn:microsoft.com/office/officeart/2008/layout/LinedList"/>
    <dgm:cxn modelId="{E63B9802-4C21-40AA-BEAF-48DAD59AC570}" type="presParOf" srcId="{9051959A-C74B-498E-87FC-B0435103ABD3}" destId="{CFC6D6B7-6E3C-4C93-BCA2-7E4C7843CC10}" srcOrd="4" destOrd="0" presId="urn:microsoft.com/office/officeart/2008/layout/LinedList"/>
    <dgm:cxn modelId="{76CB4CFA-74B3-4A75-B432-49819EFE6A1B}" type="presParOf" srcId="{9051959A-C74B-498E-87FC-B0435103ABD3}" destId="{FD76E437-6271-4D90-8967-298421C30399}" srcOrd="5" destOrd="0" presId="urn:microsoft.com/office/officeart/2008/layout/LinedList"/>
    <dgm:cxn modelId="{8552F94A-95DD-41A2-868F-72860DDB26F7}" type="presParOf" srcId="{FD76E437-6271-4D90-8967-298421C30399}" destId="{39874AB2-2AAB-40BA-B8DE-7A90C302C21F}" srcOrd="0" destOrd="0" presId="urn:microsoft.com/office/officeart/2008/layout/LinedList"/>
    <dgm:cxn modelId="{DCB5411F-E62C-4DC7-B626-C067146CEB6C}" type="presParOf" srcId="{FD76E437-6271-4D90-8967-298421C30399}" destId="{9D863FEB-D79C-4B67-8388-40280853976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7560FC-1063-40C1-8011-701AE909B11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AC05A7E-FF9D-4F3C-80AA-F2911676B246}">
      <dgm:prSet/>
      <dgm:spPr/>
      <dgm:t>
        <a:bodyPr/>
        <a:lstStyle/>
        <a:p>
          <a:pPr>
            <a:defRPr cap="all"/>
          </a:pPr>
          <a:r>
            <a:rPr lang="en-US"/>
            <a:t>A Personal Cloud Provider Model</a:t>
          </a:r>
        </a:p>
      </dgm:t>
    </dgm:pt>
    <dgm:pt modelId="{7E26C84B-126A-4624-8AC9-0E5F06388896}" type="parTrans" cxnId="{754449DB-402E-4E83-B0A9-292C2F343692}">
      <dgm:prSet/>
      <dgm:spPr/>
      <dgm:t>
        <a:bodyPr/>
        <a:lstStyle/>
        <a:p>
          <a:endParaRPr lang="en-US"/>
        </a:p>
      </dgm:t>
    </dgm:pt>
    <dgm:pt modelId="{138E8660-4DCA-44EE-87DB-F2F2E523264E}" type="sibTrans" cxnId="{754449DB-402E-4E83-B0A9-292C2F343692}">
      <dgm:prSet/>
      <dgm:spPr/>
      <dgm:t>
        <a:bodyPr/>
        <a:lstStyle/>
        <a:p>
          <a:endParaRPr lang="en-US"/>
        </a:p>
      </dgm:t>
    </dgm:pt>
    <dgm:pt modelId="{6E54896D-D289-400E-B2B6-C428EFEC205C}">
      <dgm:prSet/>
      <dgm:spPr/>
      <dgm:t>
        <a:bodyPr/>
        <a:lstStyle/>
        <a:p>
          <a:pPr>
            <a:defRPr cap="all"/>
          </a:pPr>
          <a:r>
            <a:rPr lang="en-US"/>
            <a:t>Unified governance through MeshHub (Control Plane)</a:t>
          </a:r>
        </a:p>
      </dgm:t>
    </dgm:pt>
    <dgm:pt modelId="{8D61615F-5DFA-4D2F-9BFC-4B33C9D7BDE2}" type="parTrans" cxnId="{FCF927B0-FAFE-418A-8468-638422460D27}">
      <dgm:prSet/>
      <dgm:spPr/>
      <dgm:t>
        <a:bodyPr/>
        <a:lstStyle/>
        <a:p>
          <a:endParaRPr lang="en-US"/>
        </a:p>
      </dgm:t>
    </dgm:pt>
    <dgm:pt modelId="{FD1BBE74-97B9-4B3A-8B6A-5AF4C7889543}" type="sibTrans" cxnId="{FCF927B0-FAFE-418A-8468-638422460D27}">
      <dgm:prSet/>
      <dgm:spPr/>
      <dgm:t>
        <a:bodyPr/>
        <a:lstStyle/>
        <a:p>
          <a:endParaRPr lang="en-US"/>
        </a:p>
      </dgm:t>
    </dgm:pt>
    <dgm:pt modelId="{2A7DDC62-1DBD-46D3-B20E-FA05184D2171}">
      <dgm:prSet/>
      <dgm:spPr/>
      <dgm:t>
        <a:bodyPr/>
        <a:lstStyle/>
        <a:p>
          <a:pPr>
            <a:defRPr cap="all"/>
          </a:pPr>
          <a:r>
            <a:rPr lang="en-US"/>
            <a:t>Independent services operating within a cohesive ecosystem</a:t>
          </a:r>
        </a:p>
      </dgm:t>
    </dgm:pt>
    <dgm:pt modelId="{62F6F256-439A-4271-961D-C54AA209C84E}" type="parTrans" cxnId="{4C46A421-4CEE-4E4A-B1C1-9565DD303182}">
      <dgm:prSet/>
      <dgm:spPr/>
      <dgm:t>
        <a:bodyPr/>
        <a:lstStyle/>
        <a:p>
          <a:endParaRPr lang="en-US"/>
        </a:p>
      </dgm:t>
    </dgm:pt>
    <dgm:pt modelId="{8938C6B7-2B90-4F7A-A2CD-1CD84C6FB1F4}" type="sibTrans" cxnId="{4C46A421-4CEE-4E4A-B1C1-9565DD303182}">
      <dgm:prSet/>
      <dgm:spPr/>
      <dgm:t>
        <a:bodyPr/>
        <a:lstStyle/>
        <a:p>
          <a:endParaRPr lang="en-US"/>
        </a:p>
      </dgm:t>
    </dgm:pt>
    <dgm:pt modelId="{0FE1B89C-A6AD-4C9C-9EB1-30CC86AB3074}" type="pres">
      <dgm:prSet presAssocID="{F67560FC-1063-40C1-8011-701AE909B118}" presName="linear" presStyleCnt="0">
        <dgm:presLayoutVars>
          <dgm:animLvl val="lvl"/>
          <dgm:resizeHandles val="exact"/>
        </dgm:presLayoutVars>
      </dgm:prSet>
      <dgm:spPr/>
    </dgm:pt>
    <dgm:pt modelId="{8682B836-9895-409F-A906-2C0B151C1DCE}" type="pres">
      <dgm:prSet presAssocID="{BAC05A7E-FF9D-4F3C-80AA-F2911676B24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871AD3C-6F63-4BA4-B859-D4357428DF53}" type="pres">
      <dgm:prSet presAssocID="{138E8660-4DCA-44EE-87DB-F2F2E523264E}" presName="spacer" presStyleCnt="0"/>
      <dgm:spPr/>
    </dgm:pt>
    <dgm:pt modelId="{7EBE0844-F1EE-4B75-A871-512BE25CA3CC}" type="pres">
      <dgm:prSet presAssocID="{6E54896D-D289-400E-B2B6-C428EFEC205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5CBC4B0-21A1-4A51-B2A5-A1BD8666A861}" type="pres">
      <dgm:prSet presAssocID="{FD1BBE74-97B9-4B3A-8B6A-5AF4C7889543}" presName="spacer" presStyleCnt="0"/>
      <dgm:spPr/>
    </dgm:pt>
    <dgm:pt modelId="{442A92D3-DDC6-4584-9A2B-59DB7662AC44}" type="pres">
      <dgm:prSet presAssocID="{2A7DDC62-1DBD-46D3-B20E-FA05184D217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0D53D10-DCD1-43FC-A960-5689E44E89DF}" type="presOf" srcId="{2A7DDC62-1DBD-46D3-B20E-FA05184D2171}" destId="{442A92D3-DDC6-4584-9A2B-59DB7662AC44}" srcOrd="0" destOrd="0" presId="urn:microsoft.com/office/officeart/2005/8/layout/vList2"/>
    <dgm:cxn modelId="{4C46A421-4CEE-4E4A-B1C1-9565DD303182}" srcId="{F67560FC-1063-40C1-8011-701AE909B118}" destId="{2A7DDC62-1DBD-46D3-B20E-FA05184D2171}" srcOrd="2" destOrd="0" parTransId="{62F6F256-439A-4271-961D-C54AA209C84E}" sibTransId="{8938C6B7-2B90-4F7A-A2CD-1CD84C6FB1F4}"/>
    <dgm:cxn modelId="{C7CCC131-A260-4575-820F-A96FB704BD1F}" type="presOf" srcId="{F67560FC-1063-40C1-8011-701AE909B118}" destId="{0FE1B89C-A6AD-4C9C-9EB1-30CC86AB3074}" srcOrd="0" destOrd="0" presId="urn:microsoft.com/office/officeart/2005/8/layout/vList2"/>
    <dgm:cxn modelId="{A7514F36-3786-4841-A300-CC07A9FC3D41}" type="presOf" srcId="{BAC05A7E-FF9D-4F3C-80AA-F2911676B246}" destId="{8682B836-9895-409F-A906-2C0B151C1DCE}" srcOrd="0" destOrd="0" presId="urn:microsoft.com/office/officeart/2005/8/layout/vList2"/>
    <dgm:cxn modelId="{FCF927B0-FAFE-418A-8468-638422460D27}" srcId="{F67560FC-1063-40C1-8011-701AE909B118}" destId="{6E54896D-D289-400E-B2B6-C428EFEC205C}" srcOrd="1" destOrd="0" parTransId="{8D61615F-5DFA-4D2F-9BFC-4B33C9D7BDE2}" sibTransId="{FD1BBE74-97B9-4B3A-8B6A-5AF4C7889543}"/>
    <dgm:cxn modelId="{62B85DB2-F34F-41E4-B734-676CF0C726C1}" type="presOf" srcId="{6E54896D-D289-400E-B2B6-C428EFEC205C}" destId="{7EBE0844-F1EE-4B75-A871-512BE25CA3CC}" srcOrd="0" destOrd="0" presId="urn:microsoft.com/office/officeart/2005/8/layout/vList2"/>
    <dgm:cxn modelId="{754449DB-402E-4E83-B0A9-292C2F343692}" srcId="{F67560FC-1063-40C1-8011-701AE909B118}" destId="{BAC05A7E-FF9D-4F3C-80AA-F2911676B246}" srcOrd="0" destOrd="0" parTransId="{7E26C84B-126A-4624-8AC9-0E5F06388896}" sibTransId="{138E8660-4DCA-44EE-87DB-F2F2E523264E}"/>
    <dgm:cxn modelId="{468D1826-047B-4548-9253-2CE7B76774E6}" type="presParOf" srcId="{0FE1B89C-A6AD-4C9C-9EB1-30CC86AB3074}" destId="{8682B836-9895-409F-A906-2C0B151C1DCE}" srcOrd="0" destOrd="0" presId="urn:microsoft.com/office/officeart/2005/8/layout/vList2"/>
    <dgm:cxn modelId="{90F05642-614E-444A-808B-4442E900449C}" type="presParOf" srcId="{0FE1B89C-A6AD-4C9C-9EB1-30CC86AB3074}" destId="{4871AD3C-6F63-4BA4-B859-D4357428DF53}" srcOrd="1" destOrd="0" presId="urn:microsoft.com/office/officeart/2005/8/layout/vList2"/>
    <dgm:cxn modelId="{77BDE582-4CEE-477A-BA85-A49AB88315E6}" type="presParOf" srcId="{0FE1B89C-A6AD-4C9C-9EB1-30CC86AB3074}" destId="{7EBE0844-F1EE-4B75-A871-512BE25CA3CC}" srcOrd="2" destOrd="0" presId="urn:microsoft.com/office/officeart/2005/8/layout/vList2"/>
    <dgm:cxn modelId="{96103D41-6723-467A-98CE-9D4A323B5182}" type="presParOf" srcId="{0FE1B89C-A6AD-4C9C-9EB1-30CC86AB3074}" destId="{05CBC4B0-21A1-4A51-B2A5-A1BD8666A861}" srcOrd="3" destOrd="0" presId="urn:microsoft.com/office/officeart/2005/8/layout/vList2"/>
    <dgm:cxn modelId="{DE38455E-2C3D-4A5A-92FA-5A35D080FD4E}" type="presParOf" srcId="{0FE1B89C-A6AD-4C9C-9EB1-30CC86AB3074}" destId="{442A92D3-DDC6-4584-9A2B-59DB7662AC4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3CB780-7988-424F-B7F1-C5D1C87CD03E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82B5F10-41B0-462E-9F9C-FDD6C32F29CE}">
      <dgm:prSet/>
      <dgm:spPr/>
      <dgm:t>
        <a:bodyPr/>
        <a:lstStyle/>
        <a:p>
          <a:r>
            <a:rPr lang="en-US" dirty="0"/>
            <a:t>Control Plane — Authority and governance</a:t>
          </a:r>
        </a:p>
      </dgm:t>
    </dgm:pt>
    <dgm:pt modelId="{D41F6924-522A-4404-B111-1C1877400473}" type="parTrans" cxnId="{5604AC08-1CCE-422F-8FA2-227C45EAD29E}">
      <dgm:prSet/>
      <dgm:spPr/>
      <dgm:t>
        <a:bodyPr/>
        <a:lstStyle/>
        <a:p>
          <a:endParaRPr lang="en-US"/>
        </a:p>
      </dgm:t>
    </dgm:pt>
    <dgm:pt modelId="{ECAEB628-03F5-4FED-903C-A932B4DA9A69}" type="sibTrans" cxnId="{5604AC08-1CCE-422F-8FA2-227C45EAD29E}">
      <dgm:prSet/>
      <dgm:spPr/>
      <dgm:t>
        <a:bodyPr/>
        <a:lstStyle/>
        <a:p>
          <a:endParaRPr lang="en-US"/>
        </a:p>
      </dgm:t>
    </dgm:pt>
    <dgm:pt modelId="{985064B8-E795-4A6F-BB36-1DBA17491012}">
      <dgm:prSet/>
      <dgm:spPr/>
      <dgm:t>
        <a:bodyPr/>
        <a:lstStyle/>
        <a:p>
          <a:r>
            <a:rPr lang="en-US" dirty="0"/>
            <a:t>Knowledge Plane — Documentation and guidance</a:t>
          </a:r>
        </a:p>
      </dgm:t>
    </dgm:pt>
    <dgm:pt modelId="{918FF539-DB35-4C79-B44F-6EC1B99D934D}" type="parTrans" cxnId="{D4517DB3-DCBF-434D-8EBB-05C3488B680E}">
      <dgm:prSet/>
      <dgm:spPr/>
      <dgm:t>
        <a:bodyPr/>
        <a:lstStyle/>
        <a:p>
          <a:endParaRPr lang="en-US"/>
        </a:p>
      </dgm:t>
    </dgm:pt>
    <dgm:pt modelId="{FB440AB3-0E2C-4C41-B35F-F8FB3D9169EC}" type="sibTrans" cxnId="{D4517DB3-DCBF-434D-8EBB-05C3488B680E}">
      <dgm:prSet/>
      <dgm:spPr/>
      <dgm:t>
        <a:bodyPr/>
        <a:lstStyle/>
        <a:p>
          <a:endParaRPr lang="en-US"/>
        </a:p>
      </dgm:t>
    </dgm:pt>
    <dgm:pt modelId="{3F91CB9F-F54A-4AB9-B4FB-1AEBAF2C47A7}">
      <dgm:prSet/>
      <dgm:spPr/>
      <dgm:t>
        <a:bodyPr/>
        <a:lstStyle/>
        <a:p>
          <a:r>
            <a:rPr lang="en-US"/>
            <a:t>Execution Plane — Operational services and applications</a:t>
          </a:r>
        </a:p>
      </dgm:t>
    </dgm:pt>
    <dgm:pt modelId="{F64D34C8-5673-4D25-A7A8-D95A8986F96E}" type="parTrans" cxnId="{5062CFEF-EFD8-4DAC-B512-63527AA39C36}">
      <dgm:prSet/>
      <dgm:spPr/>
      <dgm:t>
        <a:bodyPr/>
        <a:lstStyle/>
        <a:p>
          <a:endParaRPr lang="en-US"/>
        </a:p>
      </dgm:t>
    </dgm:pt>
    <dgm:pt modelId="{7FD3B374-D4C7-431F-85F2-B9D3F5DC02A6}" type="sibTrans" cxnId="{5062CFEF-EFD8-4DAC-B512-63527AA39C36}">
      <dgm:prSet/>
      <dgm:spPr/>
      <dgm:t>
        <a:bodyPr/>
        <a:lstStyle/>
        <a:p>
          <a:endParaRPr lang="en-US"/>
        </a:p>
      </dgm:t>
    </dgm:pt>
    <dgm:pt modelId="{58E49257-46C0-4C4A-8033-CECE74438260}" type="pres">
      <dgm:prSet presAssocID="{953CB780-7988-424F-B7F1-C5D1C87CD03E}" presName="linear" presStyleCnt="0">
        <dgm:presLayoutVars>
          <dgm:animLvl val="lvl"/>
          <dgm:resizeHandles val="exact"/>
        </dgm:presLayoutVars>
      </dgm:prSet>
      <dgm:spPr/>
    </dgm:pt>
    <dgm:pt modelId="{7421D509-3175-4C87-80CD-F9089AB06989}" type="pres">
      <dgm:prSet presAssocID="{C82B5F10-41B0-462E-9F9C-FDD6C32F29C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FBC0724-C72F-4254-8C87-4CA39B22FBFF}" type="pres">
      <dgm:prSet presAssocID="{ECAEB628-03F5-4FED-903C-A932B4DA9A69}" presName="spacer" presStyleCnt="0"/>
      <dgm:spPr/>
    </dgm:pt>
    <dgm:pt modelId="{FF4893D8-4287-4A5D-937D-9059E46F1963}" type="pres">
      <dgm:prSet presAssocID="{985064B8-E795-4A6F-BB36-1DBA1749101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0790EB9-F690-45FF-8624-E09C572D0C9C}" type="pres">
      <dgm:prSet presAssocID="{FB440AB3-0E2C-4C41-B35F-F8FB3D9169EC}" presName="spacer" presStyleCnt="0"/>
      <dgm:spPr/>
    </dgm:pt>
    <dgm:pt modelId="{BA0597CE-A624-4D70-96D9-BE91509CC348}" type="pres">
      <dgm:prSet presAssocID="{3F91CB9F-F54A-4AB9-B4FB-1AEBAF2C47A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604AC08-1CCE-422F-8FA2-227C45EAD29E}" srcId="{953CB780-7988-424F-B7F1-C5D1C87CD03E}" destId="{C82B5F10-41B0-462E-9F9C-FDD6C32F29CE}" srcOrd="0" destOrd="0" parTransId="{D41F6924-522A-4404-B111-1C1877400473}" sibTransId="{ECAEB628-03F5-4FED-903C-A932B4DA9A69}"/>
    <dgm:cxn modelId="{1497BE5C-C7AC-4BD5-99E1-DAC3BA117EC8}" type="presOf" srcId="{953CB780-7988-424F-B7F1-C5D1C87CD03E}" destId="{58E49257-46C0-4C4A-8033-CECE74438260}" srcOrd="0" destOrd="0" presId="urn:microsoft.com/office/officeart/2005/8/layout/vList2"/>
    <dgm:cxn modelId="{4579E669-4544-494F-B2FF-0987042A551D}" type="presOf" srcId="{C82B5F10-41B0-462E-9F9C-FDD6C32F29CE}" destId="{7421D509-3175-4C87-80CD-F9089AB06989}" srcOrd="0" destOrd="0" presId="urn:microsoft.com/office/officeart/2005/8/layout/vList2"/>
    <dgm:cxn modelId="{828AFA93-FFD6-4C07-9AFE-ACA8EF7E946E}" type="presOf" srcId="{985064B8-E795-4A6F-BB36-1DBA17491012}" destId="{FF4893D8-4287-4A5D-937D-9059E46F1963}" srcOrd="0" destOrd="0" presId="urn:microsoft.com/office/officeart/2005/8/layout/vList2"/>
    <dgm:cxn modelId="{03ADF4AC-E97D-4D6B-9642-8698C353A014}" type="presOf" srcId="{3F91CB9F-F54A-4AB9-B4FB-1AEBAF2C47A7}" destId="{BA0597CE-A624-4D70-96D9-BE91509CC348}" srcOrd="0" destOrd="0" presId="urn:microsoft.com/office/officeart/2005/8/layout/vList2"/>
    <dgm:cxn modelId="{D4517DB3-DCBF-434D-8EBB-05C3488B680E}" srcId="{953CB780-7988-424F-B7F1-C5D1C87CD03E}" destId="{985064B8-E795-4A6F-BB36-1DBA17491012}" srcOrd="1" destOrd="0" parTransId="{918FF539-DB35-4C79-B44F-6EC1B99D934D}" sibTransId="{FB440AB3-0E2C-4C41-B35F-F8FB3D9169EC}"/>
    <dgm:cxn modelId="{5062CFEF-EFD8-4DAC-B512-63527AA39C36}" srcId="{953CB780-7988-424F-B7F1-C5D1C87CD03E}" destId="{3F91CB9F-F54A-4AB9-B4FB-1AEBAF2C47A7}" srcOrd="2" destOrd="0" parTransId="{F64D34C8-5673-4D25-A7A8-D95A8986F96E}" sibTransId="{7FD3B374-D4C7-431F-85F2-B9D3F5DC02A6}"/>
    <dgm:cxn modelId="{8B0C0D6B-9E4C-4BAB-A33A-F5CD81377427}" type="presParOf" srcId="{58E49257-46C0-4C4A-8033-CECE74438260}" destId="{7421D509-3175-4C87-80CD-F9089AB06989}" srcOrd="0" destOrd="0" presId="urn:microsoft.com/office/officeart/2005/8/layout/vList2"/>
    <dgm:cxn modelId="{D1F60A95-A4DF-4C09-9EE6-F60896FB39CD}" type="presParOf" srcId="{58E49257-46C0-4C4A-8033-CECE74438260}" destId="{2FBC0724-C72F-4254-8C87-4CA39B22FBFF}" srcOrd="1" destOrd="0" presId="urn:microsoft.com/office/officeart/2005/8/layout/vList2"/>
    <dgm:cxn modelId="{DC2AE791-090F-4945-9531-A72F07DE8895}" type="presParOf" srcId="{58E49257-46C0-4C4A-8033-CECE74438260}" destId="{FF4893D8-4287-4A5D-937D-9059E46F1963}" srcOrd="2" destOrd="0" presId="urn:microsoft.com/office/officeart/2005/8/layout/vList2"/>
    <dgm:cxn modelId="{6A212942-8F67-4B63-8737-0B47A1CC3A33}" type="presParOf" srcId="{58E49257-46C0-4C4A-8033-CECE74438260}" destId="{90790EB9-F690-45FF-8624-E09C572D0C9C}" srcOrd="3" destOrd="0" presId="urn:microsoft.com/office/officeart/2005/8/layout/vList2"/>
    <dgm:cxn modelId="{EAF8E737-42C0-4CA0-965E-A8E691D9ABAA}" type="presParOf" srcId="{58E49257-46C0-4C4A-8033-CECE74438260}" destId="{BA0597CE-A624-4D70-96D9-BE91509CC34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F2815D2-D206-4AE5-A715-8F157C0ED1C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B89919A-3BD3-4173-BCCA-5A5C68D22C79}">
      <dgm:prSet/>
      <dgm:spPr/>
      <dgm:t>
        <a:bodyPr/>
        <a:lstStyle/>
        <a:p>
          <a:r>
            <a:rPr lang="en-US"/>
            <a:t>Docs — Knowledge Service</a:t>
          </a:r>
        </a:p>
      </dgm:t>
    </dgm:pt>
    <dgm:pt modelId="{4FD462AC-6237-4E6B-ACF6-C0E755C2FE51}" type="parTrans" cxnId="{ED5A391F-AE21-4119-A5A6-585CDB2430D0}">
      <dgm:prSet/>
      <dgm:spPr/>
      <dgm:t>
        <a:bodyPr/>
        <a:lstStyle/>
        <a:p>
          <a:endParaRPr lang="en-US"/>
        </a:p>
      </dgm:t>
    </dgm:pt>
    <dgm:pt modelId="{E0B547A7-6D4B-414B-BDBE-5CA99CB0B987}" type="sibTrans" cxnId="{ED5A391F-AE21-4119-A5A6-585CDB2430D0}">
      <dgm:prSet/>
      <dgm:spPr/>
      <dgm:t>
        <a:bodyPr/>
        <a:lstStyle/>
        <a:p>
          <a:endParaRPr lang="en-US"/>
        </a:p>
      </dgm:t>
    </dgm:pt>
    <dgm:pt modelId="{1DC3630B-3547-4FB9-B5E6-595A55B8593A}">
      <dgm:prSet/>
      <dgm:spPr/>
      <dgm:t>
        <a:bodyPr/>
        <a:lstStyle/>
        <a:p>
          <a:r>
            <a:rPr lang="en-US"/>
            <a:t>Blogs — Thought Leadership Service</a:t>
          </a:r>
        </a:p>
      </dgm:t>
    </dgm:pt>
    <dgm:pt modelId="{74292693-316D-4160-A03C-288F7B684E13}" type="parTrans" cxnId="{210F1D48-B7E3-4B27-9800-EC1437A38B4B}">
      <dgm:prSet/>
      <dgm:spPr/>
      <dgm:t>
        <a:bodyPr/>
        <a:lstStyle/>
        <a:p>
          <a:endParaRPr lang="en-US"/>
        </a:p>
      </dgm:t>
    </dgm:pt>
    <dgm:pt modelId="{197E1721-623C-4078-A586-B615F5D3568A}" type="sibTrans" cxnId="{210F1D48-B7E3-4B27-9800-EC1437A38B4B}">
      <dgm:prSet/>
      <dgm:spPr/>
      <dgm:t>
        <a:bodyPr/>
        <a:lstStyle/>
        <a:p>
          <a:endParaRPr lang="en-US"/>
        </a:p>
      </dgm:t>
    </dgm:pt>
    <dgm:pt modelId="{EAD0FB49-7E82-4FA7-8252-87A2C15F50E9}">
      <dgm:prSet/>
      <dgm:spPr/>
      <dgm:t>
        <a:bodyPr/>
        <a:lstStyle/>
        <a:p>
          <a:r>
            <a:rPr lang="en-US"/>
            <a:t>Consulting — Revenue Service</a:t>
          </a:r>
        </a:p>
      </dgm:t>
    </dgm:pt>
    <dgm:pt modelId="{2944E05C-540A-460A-BA58-E2933E363CB8}" type="parTrans" cxnId="{7A090BFD-BDC9-405A-87CC-45BD07F4C521}">
      <dgm:prSet/>
      <dgm:spPr/>
      <dgm:t>
        <a:bodyPr/>
        <a:lstStyle/>
        <a:p>
          <a:endParaRPr lang="en-US"/>
        </a:p>
      </dgm:t>
    </dgm:pt>
    <dgm:pt modelId="{DDB7CD63-FE12-4417-AD3C-CF7C44A438F3}" type="sibTrans" cxnId="{7A090BFD-BDC9-405A-87CC-45BD07F4C521}">
      <dgm:prSet/>
      <dgm:spPr/>
      <dgm:t>
        <a:bodyPr/>
        <a:lstStyle/>
        <a:p>
          <a:endParaRPr lang="en-US"/>
        </a:p>
      </dgm:t>
    </dgm:pt>
    <dgm:pt modelId="{AC498AE6-3E2C-4059-B23B-4752452025F2}">
      <dgm:prSet/>
      <dgm:spPr/>
      <dgm:t>
        <a:bodyPr/>
        <a:lstStyle/>
        <a:p>
          <a:r>
            <a:rPr lang="en-US"/>
            <a:t>Projects — Proof Service</a:t>
          </a:r>
        </a:p>
      </dgm:t>
    </dgm:pt>
    <dgm:pt modelId="{5BB717B0-42F6-4D14-A88C-E42DD4D62027}" type="parTrans" cxnId="{5743B5DA-EEB0-4F8B-A8FE-EA577FB475D9}">
      <dgm:prSet/>
      <dgm:spPr/>
      <dgm:t>
        <a:bodyPr/>
        <a:lstStyle/>
        <a:p>
          <a:endParaRPr lang="en-US"/>
        </a:p>
      </dgm:t>
    </dgm:pt>
    <dgm:pt modelId="{2F695F5E-A055-49CA-AAF1-431EF7B49A57}" type="sibTrans" cxnId="{5743B5DA-EEB0-4F8B-A8FE-EA577FB475D9}">
      <dgm:prSet/>
      <dgm:spPr/>
      <dgm:t>
        <a:bodyPr/>
        <a:lstStyle/>
        <a:p>
          <a:endParaRPr lang="en-US"/>
        </a:p>
      </dgm:t>
    </dgm:pt>
    <dgm:pt modelId="{DBEAA439-3C67-450A-993B-CD92C6BA61B7}" type="pres">
      <dgm:prSet presAssocID="{DF2815D2-D206-4AE5-A715-8F157C0ED1C1}" presName="root" presStyleCnt="0">
        <dgm:presLayoutVars>
          <dgm:dir/>
          <dgm:resizeHandles val="exact"/>
        </dgm:presLayoutVars>
      </dgm:prSet>
      <dgm:spPr/>
    </dgm:pt>
    <dgm:pt modelId="{5CCC8DE3-3F72-4494-98BE-677882BC36C6}" type="pres">
      <dgm:prSet presAssocID="{5B89919A-3BD3-4173-BCCA-5A5C68D22C79}" presName="compNode" presStyleCnt="0"/>
      <dgm:spPr/>
    </dgm:pt>
    <dgm:pt modelId="{BD2CEA52-9ACD-4DEC-B906-7304E1CA9FA2}" type="pres">
      <dgm:prSet presAssocID="{5B89919A-3BD3-4173-BCCA-5A5C68D22C79}" presName="bgRect" presStyleLbl="bgShp" presStyleIdx="0" presStyleCnt="4"/>
      <dgm:spPr/>
    </dgm:pt>
    <dgm:pt modelId="{2BF2F1ED-1DD9-4DD3-917C-8A2E401EC451}" type="pres">
      <dgm:prSet presAssocID="{5B89919A-3BD3-4173-BCCA-5A5C68D22C7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D6A8512-F431-40B1-8E1C-287697238483}" type="pres">
      <dgm:prSet presAssocID="{5B89919A-3BD3-4173-BCCA-5A5C68D22C79}" presName="spaceRect" presStyleCnt="0"/>
      <dgm:spPr/>
    </dgm:pt>
    <dgm:pt modelId="{71A0D5A7-3A97-4A5B-A4AD-52BEE655DAAC}" type="pres">
      <dgm:prSet presAssocID="{5B89919A-3BD3-4173-BCCA-5A5C68D22C79}" presName="parTx" presStyleLbl="revTx" presStyleIdx="0" presStyleCnt="4">
        <dgm:presLayoutVars>
          <dgm:chMax val="0"/>
          <dgm:chPref val="0"/>
        </dgm:presLayoutVars>
      </dgm:prSet>
      <dgm:spPr/>
    </dgm:pt>
    <dgm:pt modelId="{7508453B-295F-41E5-A956-29A3A9ABC317}" type="pres">
      <dgm:prSet presAssocID="{E0B547A7-6D4B-414B-BDBE-5CA99CB0B987}" presName="sibTrans" presStyleCnt="0"/>
      <dgm:spPr/>
    </dgm:pt>
    <dgm:pt modelId="{A1944127-41DF-4131-B15A-68CD58C7BBBA}" type="pres">
      <dgm:prSet presAssocID="{1DC3630B-3547-4FB9-B5E6-595A55B8593A}" presName="compNode" presStyleCnt="0"/>
      <dgm:spPr/>
    </dgm:pt>
    <dgm:pt modelId="{EE5F2DAD-F5C1-4F97-A7FC-4F6586716434}" type="pres">
      <dgm:prSet presAssocID="{1DC3630B-3547-4FB9-B5E6-595A55B8593A}" presName="bgRect" presStyleLbl="bgShp" presStyleIdx="1" presStyleCnt="4"/>
      <dgm:spPr/>
    </dgm:pt>
    <dgm:pt modelId="{1443E347-110C-4EB1-BB6D-75A25353E0C0}" type="pres">
      <dgm:prSet presAssocID="{1DC3630B-3547-4FB9-B5E6-595A55B8593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C1F0BE00-3EB9-42C4-AC7D-10DF211EB02B}" type="pres">
      <dgm:prSet presAssocID="{1DC3630B-3547-4FB9-B5E6-595A55B8593A}" presName="spaceRect" presStyleCnt="0"/>
      <dgm:spPr/>
    </dgm:pt>
    <dgm:pt modelId="{888AF119-A4AF-467D-8BB6-E4D912088924}" type="pres">
      <dgm:prSet presAssocID="{1DC3630B-3547-4FB9-B5E6-595A55B8593A}" presName="parTx" presStyleLbl="revTx" presStyleIdx="1" presStyleCnt="4">
        <dgm:presLayoutVars>
          <dgm:chMax val="0"/>
          <dgm:chPref val="0"/>
        </dgm:presLayoutVars>
      </dgm:prSet>
      <dgm:spPr/>
    </dgm:pt>
    <dgm:pt modelId="{DC20F746-1A02-4B85-ACB0-F6C6B81E608C}" type="pres">
      <dgm:prSet presAssocID="{197E1721-623C-4078-A586-B615F5D3568A}" presName="sibTrans" presStyleCnt="0"/>
      <dgm:spPr/>
    </dgm:pt>
    <dgm:pt modelId="{404499A8-34F3-46B4-B7C3-CE495627D8C7}" type="pres">
      <dgm:prSet presAssocID="{EAD0FB49-7E82-4FA7-8252-87A2C15F50E9}" presName="compNode" presStyleCnt="0"/>
      <dgm:spPr/>
    </dgm:pt>
    <dgm:pt modelId="{B4000EF8-4967-4120-B255-EFBEF3D785DE}" type="pres">
      <dgm:prSet presAssocID="{EAD0FB49-7E82-4FA7-8252-87A2C15F50E9}" presName="bgRect" presStyleLbl="bgShp" presStyleIdx="2" presStyleCnt="4"/>
      <dgm:spPr/>
    </dgm:pt>
    <dgm:pt modelId="{0BB5A6BD-F423-4D40-BC04-4DFAE86240A0}" type="pres">
      <dgm:prSet presAssocID="{EAD0FB49-7E82-4FA7-8252-87A2C15F50E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9FE99904-C49E-4135-A0DB-B2D4CECF3353}" type="pres">
      <dgm:prSet presAssocID="{EAD0FB49-7E82-4FA7-8252-87A2C15F50E9}" presName="spaceRect" presStyleCnt="0"/>
      <dgm:spPr/>
    </dgm:pt>
    <dgm:pt modelId="{51CC8F20-7D7C-4525-9021-0D8563DD79B1}" type="pres">
      <dgm:prSet presAssocID="{EAD0FB49-7E82-4FA7-8252-87A2C15F50E9}" presName="parTx" presStyleLbl="revTx" presStyleIdx="2" presStyleCnt="4">
        <dgm:presLayoutVars>
          <dgm:chMax val="0"/>
          <dgm:chPref val="0"/>
        </dgm:presLayoutVars>
      </dgm:prSet>
      <dgm:spPr/>
    </dgm:pt>
    <dgm:pt modelId="{CB93D452-017F-4066-A3F6-E1733ADCA10C}" type="pres">
      <dgm:prSet presAssocID="{DDB7CD63-FE12-4417-AD3C-CF7C44A438F3}" presName="sibTrans" presStyleCnt="0"/>
      <dgm:spPr/>
    </dgm:pt>
    <dgm:pt modelId="{77C7706E-9458-4E41-B9B4-B71F60BF38C5}" type="pres">
      <dgm:prSet presAssocID="{AC498AE6-3E2C-4059-B23B-4752452025F2}" presName="compNode" presStyleCnt="0"/>
      <dgm:spPr/>
    </dgm:pt>
    <dgm:pt modelId="{EC9BE38E-DFAF-4715-A9DE-4851C6B3AFBA}" type="pres">
      <dgm:prSet presAssocID="{AC498AE6-3E2C-4059-B23B-4752452025F2}" presName="bgRect" presStyleLbl="bgShp" presStyleIdx="3" presStyleCnt="4"/>
      <dgm:spPr/>
    </dgm:pt>
    <dgm:pt modelId="{D76983B6-6328-4427-97ED-F5A74D4E2E2C}" type="pres">
      <dgm:prSet presAssocID="{AC498AE6-3E2C-4059-B23B-4752452025F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611EDAF-2F49-4E51-A901-7515065638A7}" type="pres">
      <dgm:prSet presAssocID="{AC498AE6-3E2C-4059-B23B-4752452025F2}" presName="spaceRect" presStyleCnt="0"/>
      <dgm:spPr/>
    </dgm:pt>
    <dgm:pt modelId="{EEEF1B4C-61A9-4B65-AABC-64A620189865}" type="pres">
      <dgm:prSet presAssocID="{AC498AE6-3E2C-4059-B23B-4752452025F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D5A391F-AE21-4119-A5A6-585CDB2430D0}" srcId="{DF2815D2-D206-4AE5-A715-8F157C0ED1C1}" destId="{5B89919A-3BD3-4173-BCCA-5A5C68D22C79}" srcOrd="0" destOrd="0" parTransId="{4FD462AC-6237-4E6B-ACF6-C0E755C2FE51}" sibTransId="{E0B547A7-6D4B-414B-BDBE-5CA99CB0B987}"/>
    <dgm:cxn modelId="{C4C51F31-CC20-4AF6-8633-193084720376}" type="presOf" srcId="{EAD0FB49-7E82-4FA7-8252-87A2C15F50E9}" destId="{51CC8F20-7D7C-4525-9021-0D8563DD79B1}" srcOrd="0" destOrd="0" presId="urn:microsoft.com/office/officeart/2018/2/layout/IconVerticalSolidList"/>
    <dgm:cxn modelId="{210F1D48-B7E3-4B27-9800-EC1437A38B4B}" srcId="{DF2815D2-D206-4AE5-A715-8F157C0ED1C1}" destId="{1DC3630B-3547-4FB9-B5E6-595A55B8593A}" srcOrd="1" destOrd="0" parTransId="{74292693-316D-4160-A03C-288F7B684E13}" sibTransId="{197E1721-623C-4078-A586-B615F5D3568A}"/>
    <dgm:cxn modelId="{15CFB25A-C902-4CA8-B465-F8873200A3C7}" type="presOf" srcId="{DF2815D2-D206-4AE5-A715-8F157C0ED1C1}" destId="{DBEAA439-3C67-450A-993B-CD92C6BA61B7}" srcOrd="0" destOrd="0" presId="urn:microsoft.com/office/officeart/2018/2/layout/IconVerticalSolidList"/>
    <dgm:cxn modelId="{B18320B0-F303-484E-8796-28E578155362}" type="presOf" srcId="{1DC3630B-3547-4FB9-B5E6-595A55B8593A}" destId="{888AF119-A4AF-467D-8BB6-E4D912088924}" srcOrd="0" destOrd="0" presId="urn:microsoft.com/office/officeart/2018/2/layout/IconVerticalSolidList"/>
    <dgm:cxn modelId="{897B83C5-DF44-4000-9E4A-5C4FC80B9A58}" type="presOf" srcId="{AC498AE6-3E2C-4059-B23B-4752452025F2}" destId="{EEEF1B4C-61A9-4B65-AABC-64A620189865}" srcOrd="0" destOrd="0" presId="urn:microsoft.com/office/officeart/2018/2/layout/IconVerticalSolidList"/>
    <dgm:cxn modelId="{5743B5DA-EEB0-4F8B-A8FE-EA577FB475D9}" srcId="{DF2815D2-D206-4AE5-A715-8F157C0ED1C1}" destId="{AC498AE6-3E2C-4059-B23B-4752452025F2}" srcOrd="3" destOrd="0" parTransId="{5BB717B0-42F6-4D14-A88C-E42DD4D62027}" sibTransId="{2F695F5E-A055-49CA-AAF1-431EF7B49A57}"/>
    <dgm:cxn modelId="{76C9E7E5-7347-406B-B1D9-45A0013A4DD0}" type="presOf" srcId="{5B89919A-3BD3-4173-BCCA-5A5C68D22C79}" destId="{71A0D5A7-3A97-4A5B-A4AD-52BEE655DAAC}" srcOrd="0" destOrd="0" presId="urn:microsoft.com/office/officeart/2018/2/layout/IconVerticalSolidList"/>
    <dgm:cxn modelId="{7A090BFD-BDC9-405A-87CC-45BD07F4C521}" srcId="{DF2815D2-D206-4AE5-A715-8F157C0ED1C1}" destId="{EAD0FB49-7E82-4FA7-8252-87A2C15F50E9}" srcOrd="2" destOrd="0" parTransId="{2944E05C-540A-460A-BA58-E2933E363CB8}" sibTransId="{DDB7CD63-FE12-4417-AD3C-CF7C44A438F3}"/>
    <dgm:cxn modelId="{9F5FCEB9-CE27-48FB-8CF9-E152F8BE081F}" type="presParOf" srcId="{DBEAA439-3C67-450A-993B-CD92C6BA61B7}" destId="{5CCC8DE3-3F72-4494-98BE-677882BC36C6}" srcOrd="0" destOrd="0" presId="urn:microsoft.com/office/officeart/2018/2/layout/IconVerticalSolidList"/>
    <dgm:cxn modelId="{31F00F75-2AFA-4A0C-8E83-380309424BE8}" type="presParOf" srcId="{5CCC8DE3-3F72-4494-98BE-677882BC36C6}" destId="{BD2CEA52-9ACD-4DEC-B906-7304E1CA9FA2}" srcOrd="0" destOrd="0" presId="urn:microsoft.com/office/officeart/2018/2/layout/IconVerticalSolidList"/>
    <dgm:cxn modelId="{D955E05B-14FD-4E8D-8A3F-761E5D022E49}" type="presParOf" srcId="{5CCC8DE3-3F72-4494-98BE-677882BC36C6}" destId="{2BF2F1ED-1DD9-4DD3-917C-8A2E401EC451}" srcOrd="1" destOrd="0" presId="urn:microsoft.com/office/officeart/2018/2/layout/IconVerticalSolidList"/>
    <dgm:cxn modelId="{6D7F07DF-15CC-42DC-B34F-5AB66015BCC0}" type="presParOf" srcId="{5CCC8DE3-3F72-4494-98BE-677882BC36C6}" destId="{AD6A8512-F431-40B1-8E1C-287697238483}" srcOrd="2" destOrd="0" presId="urn:microsoft.com/office/officeart/2018/2/layout/IconVerticalSolidList"/>
    <dgm:cxn modelId="{D6616CC0-6150-4D40-9868-38355B84E5C0}" type="presParOf" srcId="{5CCC8DE3-3F72-4494-98BE-677882BC36C6}" destId="{71A0D5A7-3A97-4A5B-A4AD-52BEE655DAAC}" srcOrd="3" destOrd="0" presId="urn:microsoft.com/office/officeart/2018/2/layout/IconVerticalSolidList"/>
    <dgm:cxn modelId="{D468FE19-79DC-4154-AADA-1BA2F400B4CD}" type="presParOf" srcId="{DBEAA439-3C67-450A-993B-CD92C6BA61B7}" destId="{7508453B-295F-41E5-A956-29A3A9ABC317}" srcOrd="1" destOrd="0" presId="urn:microsoft.com/office/officeart/2018/2/layout/IconVerticalSolidList"/>
    <dgm:cxn modelId="{9A908F35-4842-4323-BA47-B90424AF5826}" type="presParOf" srcId="{DBEAA439-3C67-450A-993B-CD92C6BA61B7}" destId="{A1944127-41DF-4131-B15A-68CD58C7BBBA}" srcOrd="2" destOrd="0" presId="urn:microsoft.com/office/officeart/2018/2/layout/IconVerticalSolidList"/>
    <dgm:cxn modelId="{58CF0EFC-C65C-4B46-B18F-19EF85F8211E}" type="presParOf" srcId="{A1944127-41DF-4131-B15A-68CD58C7BBBA}" destId="{EE5F2DAD-F5C1-4F97-A7FC-4F6586716434}" srcOrd="0" destOrd="0" presId="urn:microsoft.com/office/officeart/2018/2/layout/IconVerticalSolidList"/>
    <dgm:cxn modelId="{8761418F-8BE8-4EEF-8147-7A771EB4FB54}" type="presParOf" srcId="{A1944127-41DF-4131-B15A-68CD58C7BBBA}" destId="{1443E347-110C-4EB1-BB6D-75A25353E0C0}" srcOrd="1" destOrd="0" presId="urn:microsoft.com/office/officeart/2018/2/layout/IconVerticalSolidList"/>
    <dgm:cxn modelId="{D348E59B-24C7-4A4E-A4BA-7FA6A52F3378}" type="presParOf" srcId="{A1944127-41DF-4131-B15A-68CD58C7BBBA}" destId="{C1F0BE00-3EB9-42C4-AC7D-10DF211EB02B}" srcOrd="2" destOrd="0" presId="urn:microsoft.com/office/officeart/2018/2/layout/IconVerticalSolidList"/>
    <dgm:cxn modelId="{9355AD63-FB00-4E38-A6C4-12818C96C6F7}" type="presParOf" srcId="{A1944127-41DF-4131-B15A-68CD58C7BBBA}" destId="{888AF119-A4AF-467D-8BB6-E4D912088924}" srcOrd="3" destOrd="0" presId="urn:microsoft.com/office/officeart/2018/2/layout/IconVerticalSolidList"/>
    <dgm:cxn modelId="{B8983274-08A2-485D-9A3A-99A4688DCC0D}" type="presParOf" srcId="{DBEAA439-3C67-450A-993B-CD92C6BA61B7}" destId="{DC20F746-1A02-4B85-ACB0-F6C6B81E608C}" srcOrd="3" destOrd="0" presId="urn:microsoft.com/office/officeart/2018/2/layout/IconVerticalSolidList"/>
    <dgm:cxn modelId="{A0B5985A-D019-428C-9A97-F3D2FFA00B98}" type="presParOf" srcId="{DBEAA439-3C67-450A-993B-CD92C6BA61B7}" destId="{404499A8-34F3-46B4-B7C3-CE495627D8C7}" srcOrd="4" destOrd="0" presId="urn:microsoft.com/office/officeart/2018/2/layout/IconVerticalSolidList"/>
    <dgm:cxn modelId="{C7E61B4E-DF94-4C35-85DF-AF3C9BE8544A}" type="presParOf" srcId="{404499A8-34F3-46B4-B7C3-CE495627D8C7}" destId="{B4000EF8-4967-4120-B255-EFBEF3D785DE}" srcOrd="0" destOrd="0" presId="urn:microsoft.com/office/officeart/2018/2/layout/IconVerticalSolidList"/>
    <dgm:cxn modelId="{697C583F-80D4-4523-9522-027F56BB39AE}" type="presParOf" srcId="{404499A8-34F3-46B4-B7C3-CE495627D8C7}" destId="{0BB5A6BD-F423-4D40-BC04-4DFAE86240A0}" srcOrd="1" destOrd="0" presId="urn:microsoft.com/office/officeart/2018/2/layout/IconVerticalSolidList"/>
    <dgm:cxn modelId="{37057574-A15E-4712-804F-F4C8437F62B5}" type="presParOf" srcId="{404499A8-34F3-46B4-B7C3-CE495627D8C7}" destId="{9FE99904-C49E-4135-A0DB-B2D4CECF3353}" srcOrd="2" destOrd="0" presId="urn:microsoft.com/office/officeart/2018/2/layout/IconVerticalSolidList"/>
    <dgm:cxn modelId="{CEDFE966-5561-48D2-9902-C6E6EE9D4B3E}" type="presParOf" srcId="{404499A8-34F3-46B4-B7C3-CE495627D8C7}" destId="{51CC8F20-7D7C-4525-9021-0D8563DD79B1}" srcOrd="3" destOrd="0" presId="urn:microsoft.com/office/officeart/2018/2/layout/IconVerticalSolidList"/>
    <dgm:cxn modelId="{84CBA4D8-8609-4587-8AEA-195614A8D2EC}" type="presParOf" srcId="{DBEAA439-3C67-450A-993B-CD92C6BA61B7}" destId="{CB93D452-017F-4066-A3F6-E1733ADCA10C}" srcOrd="5" destOrd="0" presId="urn:microsoft.com/office/officeart/2018/2/layout/IconVerticalSolidList"/>
    <dgm:cxn modelId="{4145699E-8656-42E8-A5C7-8573E8F03D69}" type="presParOf" srcId="{DBEAA439-3C67-450A-993B-CD92C6BA61B7}" destId="{77C7706E-9458-4E41-B9B4-B71F60BF38C5}" srcOrd="6" destOrd="0" presId="urn:microsoft.com/office/officeart/2018/2/layout/IconVerticalSolidList"/>
    <dgm:cxn modelId="{AC3ED860-CCDE-4593-9493-0BAD0D7ECFF8}" type="presParOf" srcId="{77C7706E-9458-4E41-B9B4-B71F60BF38C5}" destId="{EC9BE38E-DFAF-4715-A9DE-4851C6B3AFBA}" srcOrd="0" destOrd="0" presId="urn:microsoft.com/office/officeart/2018/2/layout/IconVerticalSolidList"/>
    <dgm:cxn modelId="{524C8825-BC95-4B2C-B903-1B19E31FAE4F}" type="presParOf" srcId="{77C7706E-9458-4E41-B9B4-B71F60BF38C5}" destId="{D76983B6-6328-4427-97ED-F5A74D4E2E2C}" srcOrd="1" destOrd="0" presId="urn:microsoft.com/office/officeart/2018/2/layout/IconVerticalSolidList"/>
    <dgm:cxn modelId="{BC604275-507C-41CC-BEE2-59083596405A}" type="presParOf" srcId="{77C7706E-9458-4E41-B9B4-B71F60BF38C5}" destId="{3611EDAF-2F49-4E51-A901-7515065638A7}" srcOrd="2" destOrd="0" presId="urn:microsoft.com/office/officeart/2018/2/layout/IconVerticalSolidList"/>
    <dgm:cxn modelId="{999B509D-A4CC-4ADA-B3DA-8A262B8A4285}" type="presParOf" srcId="{77C7706E-9458-4E41-B9B4-B71F60BF38C5}" destId="{EEEF1B4C-61A9-4B65-AABC-64A62018986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64947A6-1044-4DBF-8F11-64DAE33B5FD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22E120-094E-44D8-9377-FF1CD7D3FD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Consistent platform experience across services</a:t>
          </a:r>
        </a:p>
      </dgm:t>
    </dgm:pt>
    <dgm:pt modelId="{8B12EFA0-0788-4E23-B72F-CE51CA16B89B}" type="parTrans" cxnId="{3113E3EB-8811-46F6-B627-70B6B96679F2}">
      <dgm:prSet/>
      <dgm:spPr/>
      <dgm:t>
        <a:bodyPr/>
        <a:lstStyle/>
        <a:p>
          <a:endParaRPr lang="en-US"/>
        </a:p>
      </dgm:t>
    </dgm:pt>
    <dgm:pt modelId="{472294CB-DBD8-4D0D-92AF-46586B4D86CB}" type="sibTrans" cxnId="{3113E3EB-8811-46F6-B627-70B6B96679F2}">
      <dgm:prSet/>
      <dgm:spPr/>
      <dgm:t>
        <a:bodyPr/>
        <a:lstStyle/>
        <a:p>
          <a:endParaRPr lang="en-US"/>
        </a:p>
      </dgm:t>
    </dgm:pt>
    <dgm:pt modelId="{20F33943-195E-4970-BCE3-3420A6F98F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Scalable architecture designed for growth</a:t>
          </a:r>
        </a:p>
      </dgm:t>
    </dgm:pt>
    <dgm:pt modelId="{24436419-F584-437E-A79F-4F8139D1B5C7}" type="parTrans" cxnId="{D58E53E1-BED7-4B2C-B034-9E38BADA3DDD}">
      <dgm:prSet/>
      <dgm:spPr/>
      <dgm:t>
        <a:bodyPr/>
        <a:lstStyle/>
        <a:p>
          <a:endParaRPr lang="en-US"/>
        </a:p>
      </dgm:t>
    </dgm:pt>
    <dgm:pt modelId="{CA13791E-40A1-4642-B954-ADF5E4244351}" type="sibTrans" cxnId="{D58E53E1-BED7-4B2C-B034-9E38BADA3DDD}">
      <dgm:prSet/>
      <dgm:spPr/>
      <dgm:t>
        <a:bodyPr/>
        <a:lstStyle/>
        <a:p>
          <a:endParaRPr lang="en-US"/>
        </a:p>
      </dgm:t>
    </dgm:pt>
    <dgm:pt modelId="{905C1CB0-A37D-4B25-A80F-446B1933EC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Reduced fragmentation and improved maintainability</a:t>
          </a:r>
        </a:p>
      </dgm:t>
    </dgm:pt>
    <dgm:pt modelId="{662CBE77-E44B-4EAA-9291-6A70E0BA7EA3}" type="parTrans" cxnId="{7D4A8571-77B0-4195-A70F-C1EC1ECFC7F6}">
      <dgm:prSet/>
      <dgm:spPr/>
      <dgm:t>
        <a:bodyPr/>
        <a:lstStyle/>
        <a:p>
          <a:endParaRPr lang="en-US"/>
        </a:p>
      </dgm:t>
    </dgm:pt>
    <dgm:pt modelId="{C895BF3D-5456-4B31-86FE-7AF64C441614}" type="sibTrans" cxnId="{7D4A8571-77B0-4195-A70F-C1EC1ECFC7F6}">
      <dgm:prSet/>
      <dgm:spPr/>
      <dgm:t>
        <a:bodyPr/>
        <a:lstStyle/>
        <a:p>
          <a:endParaRPr lang="en-US"/>
        </a:p>
      </dgm:t>
    </dgm:pt>
    <dgm:pt modelId="{BD52EC07-75A5-4158-A1F6-D4AD17D1696A}" type="pres">
      <dgm:prSet presAssocID="{664947A6-1044-4DBF-8F11-64DAE33B5FD1}" presName="root" presStyleCnt="0">
        <dgm:presLayoutVars>
          <dgm:dir/>
          <dgm:resizeHandles val="exact"/>
        </dgm:presLayoutVars>
      </dgm:prSet>
      <dgm:spPr/>
    </dgm:pt>
    <dgm:pt modelId="{BBB527B5-08E9-49B2-B9B8-D5194619769A}" type="pres">
      <dgm:prSet presAssocID="{3C22E120-094E-44D8-9377-FF1CD7D3FD92}" presName="compNode" presStyleCnt="0"/>
      <dgm:spPr/>
    </dgm:pt>
    <dgm:pt modelId="{350D3C6B-524B-4812-8F7A-C1B31FF4ECF7}" type="pres">
      <dgm:prSet presAssocID="{3C22E120-094E-44D8-9377-FF1CD7D3FD92}" presName="bgRect" presStyleLbl="bgShp" presStyleIdx="0" presStyleCnt="3"/>
      <dgm:spPr/>
    </dgm:pt>
    <dgm:pt modelId="{5C72FE5E-EC9B-47D9-9443-B850200A7AB2}" type="pres">
      <dgm:prSet presAssocID="{3C22E120-094E-44D8-9377-FF1CD7D3FD9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ABABDE38-2721-45D6-A31E-CC20E3066CEB}" type="pres">
      <dgm:prSet presAssocID="{3C22E120-094E-44D8-9377-FF1CD7D3FD92}" presName="spaceRect" presStyleCnt="0"/>
      <dgm:spPr/>
    </dgm:pt>
    <dgm:pt modelId="{4B0344E6-7721-40EE-9EC2-264A8A021FBC}" type="pres">
      <dgm:prSet presAssocID="{3C22E120-094E-44D8-9377-FF1CD7D3FD92}" presName="parTx" presStyleLbl="revTx" presStyleIdx="0" presStyleCnt="3">
        <dgm:presLayoutVars>
          <dgm:chMax val="0"/>
          <dgm:chPref val="0"/>
        </dgm:presLayoutVars>
      </dgm:prSet>
      <dgm:spPr/>
    </dgm:pt>
    <dgm:pt modelId="{69B0822D-4FD0-404E-9EA1-036739E1335E}" type="pres">
      <dgm:prSet presAssocID="{472294CB-DBD8-4D0D-92AF-46586B4D86CB}" presName="sibTrans" presStyleCnt="0"/>
      <dgm:spPr/>
    </dgm:pt>
    <dgm:pt modelId="{49F6BE22-D209-4B0F-933F-4B08D3273D58}" type="pres">
      <dgm:prSet presAssocID="{20F33943-195E-4970-BCE3-3420A6F98F0D}" presName="compNode" presStyleCnt="0"/>
      <dgm:spPr/>
    </dgm:pt>
    <dgm:pt modelId="{903D34A9-58D0-4E1F-9B8F-B5389C7B397B}" type="pres">
      <dgm:prSet presAssocID="{20F33943-195E-4970-BCE3-3420A6F98F0D}" presName="bgRect" presStyleLbl="bgShp" presStyleIdx="1" presStyleCnt="3"/>
      <dgm:spPr/>
    </dgm:pt>
    <dgm:pt modelId="{05A58DBF-62C3-4E4C-A08C-CEE4DB50662D}" type="pres">
      <dgm:prSet presAssocID="{20F33943-195E-4970-BCE3-3420A6F98F0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616E795-787E-4C44-883A-DDECCA8BE50E}" type="pres">
      <dgm:prSet presAssocID="{20F33943-195E-4970-BCE3-3420A6F98F0D}" presName="spaceRect" presStyleCnt="0"/>
      <dgm:spPr/>
    </dgm:pt>
    <dgm:pt modelId="{7ADF39C0-40D2-4EF4-B9B3-4E75C3EA0F56}" type="pres">
      <dgm:prSet presAssocID="{20F33943-195E-4970-BCE3-3420A6F98F0D}" presName="parTx" presStyleLbl="revTx" presStyleIdx="1" presStyleCnt="3">
        <dgm:presLayoutVars>
          <dgm:chMax val="0"/>
          <dgm:chPref val="0"/>
        </dgm:presLayoutVars>
      </dgm:prSet>
      <dgm:spPr/>
    </dgm:pt>
    <dgm:pt modelId="{23248A66-38FD-4E37-B1C5-AB8B4FBA3788}" type="pres">
      <dgm:prSet presAssocID="{CA13791E-40A1-4642-B954-ADF5E4244351}" presName="sibTrans" presStyleCnt="0"/>
      <dgm:spPr/>
    </dgm:pt>
    <dgm:pt modelId="{682816B7-1D61-4DDC-AD3D-AA28E457260A}" type="pres">
      <dgm:prSet presAssocID="{905C1CB0-A37D-4B25-A80F-446B1933EC43}" presName="compNode" presStyleCnt="0"/>
      <dgm:spPr/>
    </dgm:pt>
    <dgm:pt modelId="{B721DAD2-56D2-4279-B1A8-995902307F34}" type="pres">
      <dgm:prSet presAssocID="{905C1CB0-A37D-4B25-A80F-446B1933EC43}" presName="bgRect" presStyleLbl="bgShp" presStyleIdx="2" presStyleCnt="3"/>
      <dgm:spPr/>
    </dgm:pt>
    <dgm:pt modelId="{228E3C31-531C-4A8B-85D8-E6B57BA1B877}" type="pres">
      <dgm:prSet presAssocID="{905C1CB0-A37D-4B25-A80F-446B1933EC4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C0A8EBB4-6662-4E71-A67E-AAE64012F916}" type="pres">
      <dgm:prSet presAssocID="{905C1CB0-A37D-4B25-A80F-446B1933EC43}" presName="spaceRect" presStyleCnt="0"/>
      <dgm:spPr/>
    </dgm:pt>
    <dgm:pt modelId="{47E4B0B2-46EE-46F5-9294-BF7D67E1302D}" type="pres">
      <dgm:prSet presAssocID="{905C1CB0-A37D-4B25-A80F-446B1933EC4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FAB7035-3E04-438B-8589-8F5E66CC5F0B}" type="presOf" srcId="{905C1CB0-A37D-4B25-A80F-446B1933EC43}" destId="{47E4B0B2-46EE-46F5-9294-BF7D67E1302D}" srcOrd="0" destOrd="0" presId="urn:microsoft.com/office/officeart/2018/2/layout/IconVerticalSolidList"/>
    <dgm:cxn modelId="{7D4A8571-77B0-4195-A70F-C1EC1ECFC7F6}" srcId="{664947A6-1044-4DBF-8F11-64DAE33B5FD1}" destId="{905C1CB0-A37D-4B25-A80F-446B1933EC43}" srcOrd="2" destOrd="0" parTransId="{662CBE77-E44B-4EAA-9291-6A70E0BA7EA3}" sibTransId="{C895BF3D-5456-4B31-86FE-7AF64C441614}"/>
    <dgm:cxn modelId="{22ACE08B-DAE2-4F87-AC67-02DB98EA5A79}" type="presOf" srcId="{664947A6-1044-4DBF-8F11-64DAE33B5FD1}" destId="{BD52EC07-75A5-4158-A1F6-D4AD17D1696A}" srcOrd="0" destOrd="0" presId="urn:microsoft.com/office/officeart/2018/2/layout/IconVerticalSolidList"/>
    <dgm:cxn modelId="{F432349E-5011-485C-87F0-CEE5963FB550}" type="presOf" srcId="{20F33943-195E-4970-BCE3-3420A6F98F0D}" destId="{7ADF39C0-40D2-4EF4-B9B3-4E75C3EA0F56}" srcOrd="0" destOrd="0" presId="urn:microsoft.com/office/officeart/2018/2/layout/IconVerticalSolidList"/>
    <dgm:cxn modelId="{313411B2-4732-491B-A509-C24EE3BB4F2C}" type="presOf" srcId="{3C22E120-094E-44D8-9377-FF1CD7D3FD92}" destId="{4B0344E6-7721-40EE-9EC2-264A8A021FBC}" srcOrd="0" destOrd="0" presId="urn:microsoft.com/office/officeart/2018/2/layout/IconVerticalSolidList"/>
    <dgm:cxn modelId="{D58E53E1-BED7-4B2C-B034-9E38BADA3DDD}" srcId="{664947A6-1044-4DBF-8F11-64DAE33B5FD1}" destId="{20F33943-195E-4970-BCE3-3420A6F98F0D}" srcOrd="1" destOrd="0" parTransId="{24436419-F584-437E-A79F-4F8139D1B5C7}" sibTransId="{CA13791E-40A1-4642-B954-ADF5E4244351}"/>
    <dgm:cxn modelId="{3113E3EB-8811-46F6-B627-70B6B96679F2}" srcId="{664947A6-1044-4DBF-8F11-64DAE33B5FD1}" destId="{3C22E120-094E-44D8-9377-FF1CD7D3FD92}" srcOrd="0" destOrd="0" parTransId="{8B12EFA0-0788-4E23-B72F-CE51CA16B89B}" sibTransId="{472294CB-DBD8-4D0D-92AF-46586B4D86CB}"/>
    <dgm:cxn modelId="{36A19238-7B88-4213-987C-34B99B90D58F}" type="presParOf" srcId="{BD52EC07-75A5-4158-A1F6-D4AD17D1696A}" destId="{BBB527B5-08E9-49B2-B9B8-D5194619769A}" srcOrd="0" destOrd="0" presId="urn:microsoft.com/office/officeart/2018/2/layout/IconVerticalSolidList"/>
    <dgm:cxn modelId="{4B35DFD3-86A9-41BD-BC4D-5252432B09C1}" type="presParOf" srcId="{BBB527B5-08E9-49B2-B9B8-D5194619769A}" destId="{350D3C6B-524B-4812-8F7A-C1B31FF4ECF7}" srcOrd="0" destOrd="0" presId="urn:microsoft.com/office/officeart/2018/2/layout/IconVerticalSolidList"/>
    <dgm:cxn modelId="{3359E79B-D6A3-4820-946A-5B1DD0D1D97F}" type="presParOf" srcId="{BBB527B5-08E9-49B2-B9B8-D5194619769A}" destId="{5C72FE5E-EC9B-47D9-9443-B850200A7AB2}" srcOrd="1" destOrd="0" presId="urn:microsoft.com/office/officeart/2018/2/layout/IconVerticalSolidList"/>
    <dgm:cxn modelId="{4C7338B5-B2E3-4D82-811F-D7122A6160E1}" type="presParOf" srcId="{BBB527B5-08E9-49B2-B9B8-D5194619769A}" destId="{ABABDE38-2721-45D6-A31E-CC20E3066CEB}" srcOrd="2" destOrd="0" presId="urn:microsoft.com/office/officeart/2018/2/layout/IconVerticalSolidList"/>
    <dgm:cxn modelId="{FC579ACA-2125-4B97-B27F-1B23DFCF46D8}" type="presParOf" srcId="{BBB527B5-08E9-49B2-B9B8-D5194619769A}" destId="{4B0344E6-7721-40EE-9EC2-264A8A021FBC}" srcOrd="3" destOrd="0" presId="urn:microsoft.com/office/officeart/2018/2/layout/IconVerticalSolidList"/>
    <dgm:cxn modelId="{21B1E4F4-193C-441F-AAAA-919142252FD5}" type="presParOf" srcId="{BD52EC07-75A5-4158-A1F6-D4AD17D1696A}" destId="{69B0822D-4FD0-404E-9EA1-036739E1335E}" srcOrd="1" destOrd="0" presId="urn:microsoft.com/office/officeart/2018/2/layout/IconVerticalSolidList"/>
    <dgm:cxn modelId="{D8A65054-A0C5-4B28-83CF-CC906E7F171A}" type="presParOf" srcId="{BD52EC07-75A5-4158-A1F6-D4AD17D1696A}" destId="{49F6BE22-D209-4B0F-933F-4B08D3273D58}" srcOrd="2" destOrd="0" presId="urn:microsoft.com/office/officeart/2018/2/layout/IconVerticalSolidList"/>
    <dgm:cxn modelId="{EE45A512-DEF1-4C9D-9AA6-6F696AEE67F8}" type="presParOf" srcId="{49F6BE22-D209-4B0F-933F-4B08D3273D58}" destId="{903D34A9-58D0-4E1F-9B8F-B5389C7B397B}" srcOrd="0" destOrd="0" presId="urn:microsoft.com/office/officeart/2018/2/layout/IconVerticalSolidList"/>
    <dgm:cxn modelId="{8E2979EE-840B-43C9-8DB2-6850A59B69FB}" type="presParOf" srcId="{49F6BE22-D209-4B0F-933F-4B08D3273D58}" destId="{05A58DBF-62C3-4E4C-A08C-CEE4DB50662D}" srcOrd="1" destOrd="0" presId="urn:microsoft.com/office/officeart/2018/2/layout/IconVerticalSolidList"/>
    <dgm:cxn modelId="{279D9361-5456-4EDB-A75A-8B422C5A0488}" type="presParOf" srcId="{49F6BE22-D209-4B0F-933F-4B08D3273D58}" destId="{7616E795-787E-4C44-883A-DDECCA8BE50E}" srcOrd="2" destOrd="0" presId="urn:microsoft.com/office/officeart/2018/2/layout/IconVerticalSolidList"/>
    <dgm:cxn modelId="{4314FBE4-4D9F-40DD-A9F7-A368362BA5EB}" type="presParOf" srcId="{49F6BE22-D209-4B0F-933F-4B08D3273D58}" destId="{7ADF39C0-40D2-4EF4-B9B3-4E75C3EA0F56}" srcOrd="3" destOrd="0" presId="urn:microsoft.com/office/officeart/2018/2/layout/IconVerticalSolidList"/>
    <dgm:cxn modelId="{77C68C13-F8EB-42FC-BC35-18D2C2707A14}" type="presParOf" srcId="{BD52EC07-75A5-4158-A1F6-D4AD17D1696A}" destId="{23248A66-38FD-4E37-B1C5-AB8B4FBA3788}" srcOrd="3" destOrd="0" presId="urn:microsoft.com/office/officeart/2018/2/layout/IconVerticalSolidList"/>
    <dgm:cxn modelId="{DA3EF92C-C70E-4AA9-8AD9-4F85BDFFAAAE}" type="presParOf" srcId="{BD52EC07-75A5-4158-A1F6-D4AD17D1696A}" destId="{682816B7-1D61-4DDC-AD3D-AA28E457260A}" srcOrd="4" destOrd="0" presId="urn:microsoft.com/office/officeart/2018/2/layout/IconVerticalSolidList"/>
    <dgm:cxn modelId="{3BB4EE13-754E-41CE-8279-CA23E3E00A0C}" type="presParOf" srcId="{682816B7-1D61-4DDC-AD3D-AA28E457260A}" destId="{B721DAD2-56D2-4279-B1A8-995902307F34}" srcOrd="0" destOrd="0" presId="urn:microsoft.com/office/officeart/2018/2/layout/IconVerticalSolidList"/>
    <dgm:cxn modelId="{19D33070-8399-45E5-9D2A-4D2EB9D3C014}" type="presParOf" srcId="{682816B7-1D61-4DDC-AD3D-AA28E457260A}" destId="{228E3C31-531C-4A8B-85D8-E6B57BA1B877}" srcOrd="1" destOrd="0" presId="urn:microsoft.com/office/officeart/2018/2/layout/IconVerticalSolidList"/>
    <dgm:cxn modelId="{CB5BA947-5B5A-4659-A0A7-96D0F202A06F}" type="presParOf" srcId="{682816B7-1D61-4DDC-AD3D-AA28E457260A}" destId="{C0A8EBB4-6662-4E71-A67E-AAE64012F916}" srcOrd="2" destOrd="0" presId="urn:microsoft.com/office/officeart/2018/2/layout/IconVerticalSolidList"/>
    <dgm:cxn modelId="{A36FECE5-E5DA-49EC-A51B-55A21E77A942}" type="presParOf" srcId="{682816B7-1D61-4DDC-AD3D-AA28E457260A}" destId="{47E4B0B2-46EE-46F5-9294-BF7D67E130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7458FEB-DEF4-446C-A6A0-B72DD93811FA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4DE0926-D9F3-4A88-87AD-2B4A8867F18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Expand into a full internal developer platform</a:t>
          </a:r>
        </a:p>
      </dgm:t>
    </dgm:pt>
    <dgm:pt modelId="{8AD62E49-4259-4BF8-A5C7-936F62F4DA96}" type="parTrans" cxnId="{2E9ED495-FD3E-4CE9-B513-89EF8ECC7654}">
      <dgm:prSet/>
      <dgm:spPr/>
      <dgm:t>
        <a:bodyPr/>
        <a:lstStyle/>
        <a:p>
          <a:endParaRPr lang="en-US"/>
        </a:p>
      </dgm:t>
    </dgm:pt>
    <dgm:pt modelId="{85B33774-DA9A-4A01-94C0-21C3DD635668}" type="sibTrans" cxnId="{2E9ED495-FD3E-4CE9-B513-89EF8ECC7654}">
      <dgm:prSet/>
      <dgm:spPr/>
      <dgm:t>
        <a:bodyPr/>
        <a:lstStyle/>
        <a:p>
          <a:endParaRPr lang="en-US"/>
        </a:p>
      </dgm:t>
    </dgm:pt>
    <dgm:pt modelId="{0DE7BB7D-A991-4115-8FA0-BDB90582D0D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Enable team collaboration and service onboarding</a:t>
          </a:r>
        </a:p>
      </dgm:t>
    </dgm:pt>
    <dgm:pt modelId="{F71A6AAF-81F7-478D-A4E6-27AC135837A3}" type="parTrans" cxnId="{F9F9C5A0-CE1C-4131-AF69-B868FADACFBD}">
      <dgm:prSet/>
      <dgm:spPr/>
      <dgm:t>
        <a:bodyPr/>
        <a:lstStyle/>
        <a:p>
          <a:endParaRPr lang="en-US"/>
        </a:p>
      </dgm:t>
    </dgm:pt>
    <dgm:pt modelId="{CB93E211-45AA-4129-B7F6-5733E7AD8A82}" type="sibTrans" cxnId="{F9F9C5A0-CE1C-4131-AF69-B868FADACFBD}">
      <dgm:prSet/>
      <dgm:spPr/>
      <dgm:t>
        <a:bodyPr/>
        <a:lstStyle/>
        <a:p>
          <a:endParaRPr lang="en-US"/>
        </a:p>
      </dgm:t>
    </dgm:pt>
    <dgm:pt modelId="{6A86D936-AA5F-4E33-897A-CD1C7435D11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Evolve into a scalable platform product</a:t>
          </a:r>
        </a:p>
      </dgm:t>
    </dgm:pt>
    <dgm:pt modelId="{B6C3CEBA-1DEB-44DE-B6B5-8792CCA4AF5B}" type="parTrans" cxnId="{67DC10C8-31C7-4355-B64D-684F2B36F9E0}">
      <dgm:prSet/>
      <dgm:spPr/>
      <dgm:t>
        <a:bodyPr/>
        <a:lstStyle/>
        <a:p>
          <a:endParaRPr lang="en-US"/>
        </a:p>
      </dgm:t>
    </dgm:pt>
    <dgm:pt modelId="{B8949CC0-F081-4D8A-A0A4-6ADBE6FB8023}" type="sibTrans" cxnId="{67DC10C8-31C7-4355-B64D-684F2B36F9E0}">
      <dgm:prSet/>
      <dgm:spPr/>
      <dgm:t>
        <a:bodyPr/>
        <a:lstStyle/>
        <a:p>
          <a:endParaRPr lang="en-US"/>
        </a:p>
      </dgm:t>
    </dgm:pt>
    <dgm:pt modelId="{9A34BAE1-C50E-49A3-B529-58B251FBC734}" type="pres">
      <dgm:prSet presAssocID="{A7458FEB-DEF4-446C-A6A0-B72DD93811FA}" presName="root" presStyleCnt="0">
        <dgm:presLayoutVars>
          <dgm:dir/>
          <dgm:resizeHandles val="exact"/>
        </dgm:presLayoutVars>
      </dgm:prSet>
      <dgm:spPr/>
    </dgm:pt>
    <dgm:pt modelId="{1F658B09-FA82-4F50-AA97-A6E42DEA7D04}" type="pres">
      <dgm:prSet presAssocID="{24DE0926-D9F3-4A88-87AD-2B4A8867F180}" presName="compNode" presStyleCnt="0"/>
      <dgm:spPr/>
    </dgm:pt>
    <dgm:pt modelId="{A31BD181-5FA7-4CDE-A27F-4C5623A4EF95}" type="pres">
      <dgm:prSet presAssocID="{24DE0926-D9F3-4A88-87AD-2B4A8867F180}" presName="iconBgRect" presStyleLbl="bgShp" presStyleIdx="0" presStyleCnt="3"/>
      <dgm:spPr/>
    </dgm:pt>
    <dgm:pt modelId="{6800E149-51E7-4D0D-8BDD-C7D611744A5E}" type="pres">
      <dgm:prSet presAssocID="{24DE0926-D9F3-4A88-87AD-2B4A8867F18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02710840-4D0A-4DE8-94BF-D69EA1955EAF}" type="pres">
      <dgm:prSet presAssocID="{24DE0926-D9F3-4A88-87AD-2B4A8867F180}" presName="spaceRect" presStyleCnt="0"/>
      <dgm:spPr/>
    </dgm:pt>
    <dgm:pt modelId="{E5F4E1A0-CCBB-490C-AD8A-A718DED264C3}" type="pres">
      <dgm:prSet presAssocID="{24DE0926-D9F3-4A88-87AD-2B4A8867F180}" presName="textRect" presStyleLbl="revTx" presStyleIdx="0" presStyleCnt="3">
        <dgm:presLayoutVars>
          <dgm:chMax val="1"/>
          <dgm:chPref val="1"/>
        </dgm:presLayoutVars>
      </dgm:prSet>
      <dgm:spPr/>
    </dgm:pt>
    <dgm:pt modelId="{060AE57C-2509-431C-A210-CF6B9BB8ED67}" type="pres">
      <dgm:prSet presAssocID="{85B33774-DA9A-4A01-94C0-21C3DD635668}" presName="sibTrans" presStyleCnt="0"/>
      <dgm:spPr/>
    </dgm:pt>
    <dgm:pt modelId="{1B93AE6F-4D56-4DC4-B040-F619807EBC70}" type="pres">
      <dgm:prSet presAssocID="{0DE7BB7D-A991-4115-8FA0-BDB90582D0DC}" presName="compNode" presStyleCnt="0"/>
      <dgm:spPr/>
    </dgm:pt>
    <dgm:pt modelId="{16C68345-BE7B-4A3B-A7C0-376EC3DDF69B}" type="pres">
      <dgm:prSet presAssocID="{0DE7BB7D-A991-4115-8FA0-BDB90582D0DC}" presName="iconBgRect" presStyleLbl="bgShp" presStyleIdx="1" presStyleCnt="3"/>
      <dgm:spPr/>
    </dgm:pt>
    <dgm:pt modelId="{76145A21-BA84-4B18-87F1-9E5AFDC4A9C9}" type="pres">
      <dgm:prSet presAssocID="{0DE7BB7D-A991-4115-8FA0-BDB90582D0D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14FA860A-9410-4397-BE95-D08042EAF7C6}" type="pres">
      <dgm:prSet presAssocID="{0DE7BB7D-A991-4115-8FA0-BDB90582D0DC}" presName="spaceRect" presStyleCnt="0"/>
      <dgm:spPr/>
    </dgm:pt>
    <dgm:pt modelId="{B2F54863-7B72-4357-88B8-ECC0B48D8197}" type="pres">
      <dgm:prSet presAssocID="{0DE7BB7D-A991-4115-8FA0-BDB90582D0DC}" presName="textRect" presStyleLbl="revTx" presStyleIdx="1" presStyleCnt="3">
        <dgm:presLayoutVars>
          <dgm:chMax val="1"/>
          <dgm:chPref val="1"/>
        </dgm:presLayoutVars>
      </dgm:prSet>
      <dgm:spPr/>
    </dgm:pt>
    <dgm:pt modelId="{149B03F2-BFFB-4F63-B99F-780C16FB3C7B}" type="pres">
      <dgm:prSet presAssocID="{CB93E211-45AA-4129-B7F6-5733E7AD8A82}" presName="sibTrans" presStyleCnt="0"/>
      <dgm:spPr/>
    </dgm:pt>
    <dgm:pt modelId="{B50FBC0D-91F1-4BCA-BD72-D5C95B6EE47D}" type="pres">
      <dgm:prSet presAssocID="{6A86D936-AA5F-4E33-897A-CD1C7435D118}" presName="compNode" presStyleCnt="0"/>
      <dgm:spPr/>
    </dgm:pt>
    <dgm:pt modelId="{17C77B32-C0B1-4B6D-BCDF-E5F200BDF1D4}" type="pres">
      <dgm:prSet presAssocID="{6A86D936-AA5F-4E33-897A-CD1C7435D118}" presName="iconBgRect" presStyleLbl="bgShp" presStyleIdx="2" presStyleCnt="3"/>
      <dgm:spPr/>
    </dgm:pt>
    <dgm:pt modelId="{5EAD972E-3311-499C-B117-962353D37AC8}" type="pres">
      <dgm:prSet presAssocID="{6A86D936-AA5F-4E33-897A-CD1C7435D11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1B44397-B666-4185-94C6-B92BD7CF866B}" type="pres">
      <dgm:prSet presAssocID="{6A86D936-AA5F-4E33-897A-CD1C7435D118}" presName="spaceRect" presStyleCnt="0"/>
      <dgm:spPr/>
    </dgm:pt>
    <dgm:pt modelId="{B8F5F2B5-C1A0-45BC-912D-3646D85D218B}" type="pres">
      <dgm:prSet presAssocID="{6A86D936-AA5F-4E33-897A-CD1C7435D11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8708416-C08F-46F6-AD04-9177D3DD8884}" type="presOf" srcId="{A7458FEB-DEF4-446C-A6A0-B72DD93811FA}" destId="{9A34BAE1-C50E-49A3-B529-58B251FBC734}" srcOrd="0" destOrd="0" presId="urn:microsoft.com/office/officeart/2018/5/layout/IconCircleLabelList"/>
    <dgm:cxn modelId="{9BBE6236-BEAA-4E0C-83DF-F7FE60A312F2}" type="presOf" srcId="{0DE7BB7D-A991-4115-8FA0-BDB90582D0DC}" destId="{B2F54863-7B72-4357-88B8-ECC0B48D8197}" srcOrd="0" destOrd="0" presId="urn:microsoft.com/office/officeart/2018/5/layout/IconCircleLabelList"/>
    <dgm:cxn modelId="{2E9ED495-FD3E-4CE9-B513-89EF8ECC7654}" srcId="{A7458FEB-DEF4-446C-A6A0-B72DD93811FA}" destId="{24DE0926-D9F3-4A88-87AD-2B4A8867F180}" srcOrd="0" destOrd="0" parTransId="{8AD62E49-4259-4BF8-A5C7-936F62F4DA96}" sibTransId="{85B33774-DA9A-4A01-94C0-21C3DD635668}"/>
    <dgm:cxn modelId="{DC95749B-6A47-4AE1-B4B7-B8C96DAFBC3D}" type="presOf" srcId="{24DE0926-D9F3-4A88-87AD-2B4A8867F180}" destId="{E5F4E1A0-CCBB-490C-AD8A-A718DED264C3}" srcOrd="0" destOrd="0" presId="urn:microsoft.com/office/officeart/2018/5/layout/IconCircleLabelList"/>
    <dgm:cxn modelId="{F9F9C5A0-CE1C-4131-AF69-B868FADACFBD}" srcId="{A7458FEB-DEF4-446C-A6A0-B72DD93811FA}" destId="{0DE7BB7D-A991-4115-8FA0-BDB90582D0DC}" srcOrd="1" destOrd="0" parTransId="{F71A6AAF-81F7-478D-A4E6-27AC135837A3}" sibTransId="{CB93E211-45AA-4129-B7F6-5733E7AD8A82}"/>
    <dgm:cxn modelId="{67DC10C8-31C7-4355-B64D-684F2B36F9E0}" srcId="{A7458FEB-DEF4-446C-A6A0-B72DD93811FA}" destId="{6A86D936-AA5F-4E33-897A-CD1C7435D118}" srcOrd="2" destOrd="0" parTransId="{B6C3CEBA-1DEB-44DE-B6B5-8792CCA4AF5B}" sibTransId="{B8949CC0-F081-4D8A-A0A4-6ADBE6FB8023}"/>
    <dgm:cxn modelId="{DFFE03F7-F997-49A5-9C4A-2EE8DA5B5F80}" type="presOf" srcId="{6A86D936-AA5F-4E33-897A-CD1C7435D118}" destId="{B8F5F2B5-C1A0-45BC-912D-3646D85D218B}" srcOrd="0" destOrd="0" presId="urn:microsoft.com/office/officeart/2018/5/layout/IconCircleLabelList"/>
    <dgm:cxn modelId="{DBCE6219-A940-4F38-83F7-909DC95983F8}" type="presParOf" srcId="{9A34BAE1-C50E-49A3-B529-58B251FBC734}" destId="{1F658B09-FA82-4F50-AA97-A6E42DEA7D04}" srcOrd="0" destOrd="0" presId="urn:microsoft.com/office/officeart/2018/5/layout/IconCircleLabelList"/>
    <dgm:cxn modelId="{80B1A68E-5F5A-45B8-B198-EF04345CF683}" type="presParOf" srcId="{1F658B09-FA82-4F50-AA97-A6E42DEA7D04}" destId="{A31BD181-5FA7-4CDE-A27F-4C5623A4EF95}" srcOrd="0" destOrd="0" presId="urn:microsoft.com/office/officeart/2018/5/layout/IconCircleLabelList"/>
    <dgm:cxn modelId="{72F347E5-E8EA-45CC-BF0A-D52F8952774B}" type="presParOf" srcId="{1F658B09-FA82-4F50-AA97-A6E42DEA7D04}" destId="{6800E149-51E7-4D0D-8BDD-C7D611744A5E}" srcOrd="1" destOrd="0" presId="urn:microsoft.com/office/officeart/2018/5/layout/IconCircleLabelList"/>
    <dgm:cxn modelId="{D44F92AD-97ED-4950-8A2A-6BF01E05A58B}" type="presParOf" srcId="{1F658B09-FA82-4F50-AA97-A6E42DEA7D04}" destId="{02710840-4D0A-4DE8-94BF-D69EA1955EAF}" srcOrd="2" destOrd="0" presId="urn:microsoft.com/office/officeart/2018/5/layout/IconCircleLabelList"/>
    <dgm:cxn modelId="{DE1D33C9-7928-4DBB-A76E-6917E9EFB916}" type="presParOf" srcId="{1F658B09-FA82-4F50-AA97-A6E42DEA7D04}" destId="{E5F4E1A0-CCBB-490C-AD8A-A718DED264C3}" srcOrd="3" destOrd="0" presId="urn:microsoft.com/office/officeart/2018/5/layout/IconCircleLabelList"/>
    <dgm:cxn modelId="{429E5C37-2512-416D-BCB3-6FC9B8B6BD4E}" type="presParOf" srcId="{9A34BAE1-C50E-49A3-B529-58B251FBC734}" destId="{060AE57C-2509-431C-A210-CF6B9BB8ED67}" srcOrd="1" destOrd="0" presId="urn:microsoft.com/office/officeart/2018/5/layout/IconCircleLabelList"/>
    <dgm:cxn modelId="{D0428B52-5475-47BA-A73E-2BE2E9E49EE1}" type="presParOf" srcId="{9A34BAE1-C50E-49A3-B529-58B251FBC734}" destId="{1B93AE6F-4D56-4DC4-B040-F619807EBC70}" srcOrd="2" destOrd="0" presId="urn:microsoft.com/office/officeart/2018/5/layout/IconCircleLabelList"/>
    <dgm:cxn modelId="{AAC29070-ECD8-4187-B717-2C2A75C1A5A1}" type="presParOf" srcId="{1B93AE6F-4D56-4DC4-B040-F619807EBC70}" destId="{16C68345-BE7B-4A3B-A7C0-376EC3DDF69B}" srcOrd="0" destOrd="0" presId="urn:microsoft.com/office/officeart/2018/5/layout/IconCircleLabelList"/>
    <dgm:cxn modelId="{FF744103-E214-4E28-AAEF-CE7862B33E99}" type="presParOf" srcId="{1B93AE6F-4D56-4DC4-B040-F619807EBC70}" destId="{76145A21-BA84-4B18-87F1-9E5AFDC4A9C9}" srcOrd="1" destOrd="0" presId="urn:microsoft.com/office/officeart/2018/5/layout/IconCircleLabelList"/>
    <dgm:cxn modelId="{DAC9849A-411E-421B-9484-56FCAAFA3FCC}" type="presParOf" srcId="{1B93AE6F-4D56-4DC4-B040-F619807EBC70}" destId="{14FA860A-9410-4397-BE95-D08042EAF7C6}" srcOrd="2" destOrd="0" presId="urn:microsoft.com/office/officeart/2018/5/layout/IconCircleLabelList"/>
    <dgm:cxn modelId="{2E9003FF-C781-4A17-85CF-2CDE8F40B5E2}" type="presParOf" srcId="{1B93AE6F-4D56-4DC4-B040-F619807EBC70}" destId="{B2F54863-7B72-4357-88B8-ECC0B48D8197}" srcOrd="3" destOrd="0" presId="urn:microsoft.com/office/officeart/2018/5/layout/IconCircleLabelList"/>
    <dgm:cxn modelId="{0B3EF8A7-B0A9-4533-B07D-90AF805C8B91}" type="presParOf" srcId="{9A34BAE1-C50E-49A3-B529-58B251FBC734}" destId="{149B03F2-BFFB-4F63-B99F-780C16FB3C7B}" srcOrd="3" destOrd="0" presId="urn:microsoft.com/office/officeart/2018/5/layout/IconCircleLabelList"/>
    <dgm:cxn modelId="{C87D058D-FCD8-47EE-A083-B92B80658CA7}" type="presParOf" srcId="{9A34BAE1-C50E-49A3-B529-58B251FBC734}" destId="{B50FBC0D-91F1-4BCA-BD72-D5C95B6EE47D}" srcOrd="4" destOrd="0" presId="urn:microsoft.com/office/officeart/2018/5/layout/IconCircleLabelList"/>
    <dgm:cxn modelId="{9178360B-B6F5-4425-BDAA-85A0D587FC92}" type="presParOf" srcId="{B50FBC0D-91F1-4BCA-BD72-D5C95B6EE47D}" destId="{17C77B32-C0B1-4B6D-BCDF-E5F200BDF1D4}" srcOrd="0" destOrd="0" presId="urn:microsoft.com/office/officeart/2018/5/layout/IconCircleLabelList"/>
    <dgm:cxn modelId="{029B6CE6-21F7-4946-8577-A1F45ED0CFDA}" type="presParOf" srcId="{B50FBC0D-91F1-4BCA-BD72-D5C95B6EE47D}" destId="{5EAD972E-3311-499C-B117-962353D37AC8}" srcOrd="1" destOrd="0" presId="urn:microsoft.com/office/officeart/2018/5/layout/IconCircleLabelList"/>
    <dgm:cxn modelId="{DF9AA5C2-E59D-42FC-988A-340023C9E555}" type="presParOf" srcId="{B50FBC0D-91F1-4BCA-BD72-D5C95B6EE47D}" destId="{01B44397-B666-4185-94C6-B92BD7CF866B}" srcOrd="2" destOrd="0" presId="urn:microsoft.com/office/officeart/2018/5/layout/IconCircleLabelList"/>
    <dgm:cxn modelId="{6913DF96-F871-449B-87D8-4515BD9C7DA1}" type="presParOf" srcId="{B50FBC0D-91F1-4BCA-BD72-D5C95B6EE47D}" destId="{B8F5F2B5-C1A0-45BC-912D-3646D85D218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5BCF74-AB29-4983-9BDD-5C63185C5508}">
      <dsp:nvSpPr>
        <dsp:cNvPr id="0" name=""/>
        <dsp:cNvSpPr/>
      </dsp:nvSpPr>
      <dsp:spPr>
        <a:xfrm>
          <a:off x="640" y="540467"/>
          <a:ext cx="2593224" cy="311186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53" tIns="0" rIns="256153" bIns="33020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Build a governed multi-service platform ecosystem</a:t>
          </a:r>
        </a:p>
      </dsp:txBody>
      <dsp:txXfrm>
        <a:off x="640" y="1785215"/>
        <a:ext cx="2593224" cy="1867121"/>
      </dsp:txXfrm>
    </dsp:sp>
    <dsp:sp modelId="{6B3658C7-7C81-4A82-BDC8-C06C091E71CE}">
      <dsp:nvSpPr>
        <dsp:cNvPr id="0" name=""/>
        <dsp:cNvSpPr/>
      </dsp:nvSpPr>
      <dsp:spPr>
        <a:xfrm>
          <a:off x="640" y="540467"/>
          <a:ext cx="2593224" cy="124474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53" tIns="165100" rIns="256153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01</a:t>
          </a:r>
        </a:p>
      </dsp:txBody>
      <dsp:txXfrm>
        <a:off x="640" y="540467"/>
        <a:ext cx="2593224" cy="1244747"/>
      </dsp:txXfrm>
    </dsp:sp>
    <dsp:sp modelId="{CCB79712-D68F-4D16-B884-B14994D9E498}">
      <dsp:nvSpPr>
        <dsp:cNvPr id="0" name=""/>
        <dsp:cNvSpPr/>
      </dsp:nvSpPr>
      <dsp:spPr>
        <a:xfrm>
          <a:off x="2801323" y="540467"/>
          <a:ext cx="2593224" cy="3111869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53" tIns="0" rIns="256153" bIns="33020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Operate digital systems like a cloud provider</a:t>
          </a:r>
        </a:p>
      </dsp:txBody>
      <dsp:txXfrm>
        <a:off x="2801323" y="1785215"/>
        <a:ext cx="2593224" cy="1867121"/>
      </dsp:txXfrm>
    </dsp:sp>
    <dsp:sp modelId="{69EFDF4B-86C0-42A3-A759-1D5B9AC375EB}">
      <dsp:nvSpPr>
        <dsp:cNvPr id="0" name=""/>
        <dsp:cNvSpPr/>
      </dsp:nvSpPr>
      <dsp:spPr>
        <a:xfrm>
          <a:off x="2801323" y="540467"/>
          <a:ext cx="2593224" cy="124474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53" tIns="165100" rIns="256153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02</a:t>
          </a:r>
        </a:p>
      </dsp:txBody>
      <dsp:txXfrm>
        <a:off x="2801323" y="540467"/>
        <a:ext cx="2593224" cy="1244747"/>
      </dsp:txXfrm>
    </dsp:sp>
    <dsp:sp modelId="{3A608616-B821-45A2-B764-9270DD833286}">
      <dsp:nvSpPr>
        <dsp:cNvPr id="0" name=""/>
        <dsp:cNvSpPr/>
      </dsp:nvSpPr>
      <dsp:spPr>
        <a:xfrm>
          <a:off x="5602005" y="540467"/>
          <a:ext cx="2593224" cy="3111869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53" tIns="0" rIns="256153" bIns="33020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Ensure consistency, scalability, and long-term sustainability</a:t>
          </a:r>
        </a:p>
      </dsp:txBody>
      <dsp:txXfrm>
        <a:off x="5602005" y="1785215"/>
        <a:ext cx="2593224" cy="1867121"/>
      </dsp:txXfrm>
    </dsp:sp>
    <dsp:sp modelId="{4FF5C060-BB61-48F0-8107-9B92B81F8729}">
      <dsp:nvSpPr>
        <dsp:cNvPr id="0" name=""/>
        <dsp:cNvSpPr/>
      </dsp:nvSpPr>
      <dsp:spPr>
        <a:xfrm>
          <a:off x="5602005" y="540467"/>
          <a:ext cx="2593224" cy="124474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53" tIns="165100" rIns="256153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03</a:t>
          </a:r>
        </a:p>
      </dsp:txBody>
      <dsp:txXfrm>
        <a:off x="5602005" y="540467"/>
        <a:ext cx="2593224" cy="12447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CB2BD-5064-420D-BF9A-4561821DB898}">
      <dsp:nvSpPr>
        <dsp:cNvPr id="0" name=""/>
        <dsp:cNvSpPr/>
      </dsp:nvSpPr>
      <dsp:spPr>
        <a:xfrm>
          <a:off x="0" y="2700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1AB330-A97D-455D-B00A-024F95672B80}">
      <dsp:nvSpPr>
        <dsp:cNvPr id="0" name=""/>
        <dsp:cNvSpPr/>
      </dsp:nvSpPr>
      <dsp:spPr>
        <a:xfrm>
          <a:off x="0" y="2700"/>
          <a:ext cx="471878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Fragmented digital systems across organizations</a:t>
          </a:r>
        </a:p>
      </dsp:txBody>
      <dsp:txXfrm>
        <a:off x="0" y="2700"/>
        <a:ext cx="4718785" cy="1841777"/>
      </dsp:txXfrm>
    </dsp:sp>
    <dsp:sp modelId="{6A498E4D-1D6D-405C-B70E-D40BFBD48E90}">
      <dsp:nvSpPr>
        <dsp:cNvPr id="0" name=""/>
        <dsp:cNvSpPr/>
      </dsp:nvSpPr>
      <dsp:spPr>
        <a:xfrm>
          <a:off x="0" y="1844478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EF32A1-D0DA-488B-A047-33269D340C94}">
      <dsp:nvSpPr>
        <dsp:cNvPr id="0" name=""/>
        <dsp:cNvSpPr/>
      </dsp:nvSpPr>
      <dsp:spPr>
        <a:xfrm>
          <a:off x="0" y="1844478"/>
          <a:ext cx="471878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Duplicated effort and inconsistent experiences</a:t>
          </a:r>
        </a:p>
      </dsp:txBody>
      <dsp:txXfrm>
        <a:off x="0" y="1844478"/>
        <a:ext cx="4718785" cy="1841777"/>
      </dsp:txXfrm>
    </dsp:sp>
    <dsp:sp modelId="{CFC6D6B7-6E3C-4C93-BCA2-7E4C7843CC10}">
      <dsp:nvSpPr>
        <dsp:cNvPr id="0" name=""/>
        <dsp:cNvSpPr/>
      </dsp:nvSpPr>
      <dsp:spPr>
        <a:xfrm>
          <a:off x="0" y="3686256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874AB2-2AAB-40BA-B8DE-7A90C302C21F}">
      <dsp:nvSpPr>
        <dsp:cNvPr id="0" name=""/>
        <dsp:cNvSpPr/>
      </dsp:nvSpPr>
      <dsp:spPr>
        <a:xfrm>
          <a:off x="0" y="3686256"/>
          <a:ext cx="471878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Lack of governance and long-term architectural direction</a:t>
          </a:r>
        </a:p>
      </dsp:txBody>
      <dsp:txXfrm>
        <a:off x="0" y="3686256"/>
        <a:ext cx="4718785" cy="18417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82B836-9895-409F-A906-2C0B151C1DCE}">
      <dsp:nvSpPr>
        <dsp:cNvPr id="0" name=""/>
        <dsp:cNvSpPr/>
      </dsp:nvSpPr>
      <dsp:spPr>
        <a:xfrm>
          <a:off x="0" y="74848"/>
          <a:ext cx="4718785" cy="173415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100" kern="1200"/>
            <a:t>A Personal Cloud Provider Model</a:t>
          </a:r>
        </a:p>
      </dsp:txBody>
      <dsp:txXfrm>
        <a:off x="84655" y="159503"/>
        <a:ext cx="4549475" cy="1564849"/>
      </dsp:txXfrm>
    </dsp:sp>
    <dsp:sp modelId="{7EBE0844-F1EE-4B75-A871-512BE25CA3CC}">
      <dsp:nvSpPr>
        <dsp:cNvPr id="0" name=""/>
        <dsp:cNvSpPr/>
      </dsp:nvSpPr>
      <dsp:spPr>
        <a:xfrm>
          <a:off x="0" y="1898287"/>
          <a:ext cx="4718785" cy="1734159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100" kern="1200"/>
            <a:t>Unified governance through MeshHub (Control Plane)</a:t>
          </a:r>
        </a:p>
      </dsp:txBody>
      <dsp:txXfrm>
        <a:off x="84655" y="1982942"/>
        <a:ext cx="4549475" cy="1564849"/>
      </dsp:txXfrm>
    </dsp:sp>
    <dsp:sp modelId="{442A92D3-DDC6-4584-9A2B-59DB7662AC44}">
      <dsp:nvSpPr>
        <dsp:cNvPr id="0" name=""/>
        <dsp:cNvSpPr/>
      </dsp:nvSpPr>
      <dsp:spPr>
        <a:xfrm>
          <a:off x="0" y="3721727"/>
          <a:ext cx="4718785" cy="1734159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100" kern="1200"/>
            <a:t>Independent services operating within a cohesive ecosystem</a:t>
          </a:r>
        </a:p>
      </dsp:txBody>
      <dsp:txXfrm>
        <a:off x="84655" y="3806382"/>
        <a:ext cx="4549475" cy="15648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21D509-3175-4C87-80CD-F9089AB06989}">
      <dsp:nvSpPr>
        <dsp:cNvPr id="0" name=""/>
        <dsp:cNvSpPr/>
      </dsp:nvSpPr>
      <dsp:spPr>
        <a:xfrm>
          <a:off x="0" y="70942"/>
          <a:ext cx="5170932" cy="40774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Control Plane — Authority and governance</a:t>
          </a:r>
        </a:p>
      </dsp:txBody>
      <dsp:txXfrm>
        <a:off x="19904" y="90846"/>
        <a:ext cx="5131124" cy="367937"/>
      </dsp:txXfrm>
    </dsp:sp>
    <dsp:sp modelId="{FF4893D8-4287-4A5D-937D-9059E46F1963}">
      <dsp:nvSpPr>
        <dsp:cNvPr id="0" name=""/>
        <dsp:cNvSpPr/>
      </dsp:nvSpPr>
      <dsp:spPr>
        <a:xfrm>
          <a:off x="0" y="527647"/>
          <a:ext cx="5170932" cy="40774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Knowledge Plane — Documentation and guidance</a:t>
          </a:r>
        </a:p>
      </dsp:txBody>
      <dsp:txXfrm>
        <a:off x="19904" y="547551"/>
        <a:ext cx="5131124" cy="367937"/>
      </dsp:txXfrm>
    </dsp:sp>
    <dsp:sp modelId="{BA0597CE-A624-4D70-96D9-BE91509CC348}">
      <dsp:nvSpPr>
        <dsp:cNvPr id="0" name=""/>
        <dsp:cNvSpPr/>
      </dsp:nvSpPr>
      <dsp:spPr>
        <a:xfrm>
          <a:off x="0" y="984352"/>
          <a:ext cx="5170932" cy="40774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Execution Plane — Operational services and applications</a:t>
          </a:r>
        </a:p>
      </dsp:txBody>
      <dsp:txXfrm>
        <a:off x="19904" y="1004256"/>
        <a:ext cx="5131124" cy="36793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2CEA52-9ACD-4DEC-B906-7304E1CA9FA2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F2F1ED-1DD9-4DD3-917C-8A2E401EC451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A0D5A7-3A97-4A5B-A4AD-52BEE655DAAC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Docs — Knowledge Service</a:t>
          </a:r>
        </a:p>
      </dsp:txBody>
      <dsp:txXfrm>
        <a:off x="1339618" y="2288"/>
        <a:ext cx="3433549" cy="1159843"/>
      </dsp:txXfrm>
    </dsp:sp>
    <dsp:sp modelId="{EE5F2DAD-F5C1-4F97-A7FC-4F6586716434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43E347-110C-4EB1-BB6D-75A25353E0C0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8AF119-A4AF-467D-8BB6-E4D912088924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Blogs — Thought Leadership Service</a:t>
          </a:r>
        </a:p>
      </dsp:txBody>
      <dsp:txXfrm>
        <a:off x="1339618" y="1452092"/>
        <a:ext cx="3433549" cy="1159843"/>
      </dsp:txXfrm>
    </dsp:sp>
    <dsp:sp modelId="{B4000EF8-4967-4120-B255-EFBEF3D785DE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B5A6BD-F423-4D40-BC04-4DFAE86240A0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CC8F20-7D7C-4525-9021-0D8563DD79B1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Consulting — Revenue Service</a:t>
          </a:r>
        </a:p>
      </dsp:txBody>
      <dsp:txXfrm>
        <a:off x="1339618" y="2901896"/>
        <a:ext cx="3433549" cy="1159843"/>
      </dsp:txXfrm>
    </dsp:sp>
    <dsp:sp modelId="{EC9BE38E-DFAF-4715-A9DE-4851C6B3AFBA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6983B6-6328-4427-97ED-F5A74D4E2E2C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EF1B4C-61A9-4B65-AABC-64A620189865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Projects — Proof Service</a:t>
          </a:r>
        </a:p>
      </dsp:txBody>
      <dsp:txXfrm>
        <a:off x="1339618" y="4351700"/>
        <a:ext cx="3433549" cy="11598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0D3C6B-524B-4812-8F7A-C1B31FF4ECF7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72FE5E-EC9B-47D9-9443-B850200A7AB2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0344E6-7721-40EE-9EC2-264A8A021FBC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Consistent platform experience across services</a:t>
          </a:r>
        </a:p>
      </dsp:txBody>
      <dsp:txXfrm>
        <a:off x="1493203" y="552"/>
        <a:ext cx="6736396" cy="1292816"/>
      </dsp:txXfrm>
    </dsp:sp>
    <dsp:sp modelId="{903D34A9-58D0-4E1F-9B8F-B5389C7B397B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A58DBF-62C3-4E4C-A08C-CEE4DB50662D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DF39C0-40D2-4EF4-B9B3-4E75C3EA0F56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Scalable architecture designed for growth</a:t>
          </a:r>
        </a:p>
      </dsp:txBody>
      <dsp:txXfrm>
        <a:off x="1493203" y="1616573"/>
        <a:ext cx="6736396" cy="1292816"/>
      </dsp:txXfrm>
    </dsp:sp>
    <dsp:sp modelId="{B721DAD2-56D2-4279-B1A8-995902307F34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8E3C31-531C-4A8B-85D8-E6B57BA1B877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4B0B2-46EE-46F5-9294-BF7D67E1302D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Reduced fragmentation and improved maintainability</a:t>
          </a:r>
        </a:p>
      </dsp:txBody>
      <dsp:txXfrm>
        <a:off x="1493203" y="3232593"/>
        <a:ext cx="6736396" cy="129281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1BD181-5FA7-4CDE-A27F-4C5623A4EF95}">
      <dsp:nvSpPr>
        <dsp:cNvPr id="0" name=""/>
        <dsp:cNvSpPr/>
      </dsp:nvSpPr>
      <dsp:spPr>
        <a:xfrm>
          <a:off x="535049" y="935481"/>
          <a:ext cx="1475437" cy="14754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00E149-51E7-4D0D-8BDD-C7D611744A5E}">
      <dsp:nvSpPr>
        <dsp:cNvPr id="0" name=""/>
        <dsp:cNvSpPr/>
      </dsp:nvSpPr>
      <dsp:spPr>
        <a:xfrm>
          <a:off x="849487" y="1249919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4E1A0-CCBB-490C-AD8A-A718DED264C3}">
      <dsp:nvSpPr>
        <dsp:cNvPr id="0" name=""/>
        <dsp:cNvSpPr/>
      </dsp:nvSpPr>
      <dsp:spPr>
        <a:xfrm>
          <a:off x="63393" y="2870481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Expand into a full internal developer platform</a:t>
          </a:r>
        </a:p>
      </dsp:txBody>
      <dsp:txXfrm>
        <a:off x="63393" y="2870481"/>
        <a:ext cx="2418750" cy="720000"/>
      </dsp:txXfrm>
    </dsp:sp>
    <dsp:sp modelId="{16C68345-BE7B-4A3B-A7C0-376EC3DDF69B}">
      <dsp:nvSpPr>
        <dsp:cNvPr id="0" name=""/>
        <dsp:cNvSpPr/>
      </dsp:nvSpPr>
      <dsp:spPr>
        <a:xfrm>
          <a:off x="3377081" y="935481"/>
          <a:ext cx="1475437" cy="14754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145A21-BA84-4B18-87F1-9E5AFDC4A9C9}">
      <dsp:nvSpPr>
        <dsp:cNvPr id="0" name=""/>
        <dsp:cNvSpPr/>
      </dsp:nvSpPr>
      <dsp:spPr>
        <a:xfrm>
          <a:off x="3691518" y="1249919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54863-7B72-4357-88B8-ECC0B48D8197}">
      <dsp:nvSpPr>
        <dsp:cNvPr id="0" name=""/>
        <dsp:cNvSpPr/>
      </dsp:nvSpPr>
      <dsp:spPr>
        <a:xfrm>
          <a:off x="2905425" y="2870481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Enable team collaboration and service onboarding</a:t>
          </a:r>
        </a:p>
      </dsp:txBody>
      <dsp:txXfrm>
        <a:off x="2905425" y="2870481"/>
        <a:ext cx="2418750" cy="720000"/>
      </dsp:txXfrm>
    </dsp:sp>
    <dsp:sp modelId="{17C77B32-C0B1-4B6D-BCDF-E5F200BDF1D4}">
      <dsp:nvSpPr>
        <dsp:cNvPr id="0" name=""/>
        <dsp:cNvSpPr/>
      </dsp:nvSpPr>
      <dsp:spPr>
        <a:xfrm>
          <a:off x="6219112" y="935481"/>
          <a:ext cx="1475437" cy="14754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AD972E-3311-499C-B117-962353D37AC8}">
      <dsp:nvSpPr>
        <dsp:cNvPr id="0" name=""/>
        <dsp:cNvSpPr/>
      </dsp:nvSpPr>
      <dsp:spPr>
        <a:xfrm>
          <a:off x="6533550" y="1249919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F5F2B5-C1A0-45BC-912D-3646D85D218B}">
      <dsp:nvSpPr>
        <dsp:cNvPr id="0" name=""/>
        <dsp:cNvSpPr/>
      </dsp:nvSpPr>
      <dsp:spPr>
        <a:xfrm>
          <a:off x="5747456" y="2870481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Evolve into a scalable platform product</a:t>
          </a:r>
        </a:p>
      </dsp:txBody>
      <dsp:txXfrm>
        <a:off x="5747456" y="2870481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57BEAE-FC17-3A50-D3E1-3F8B5E8D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6" name="Rectangle 15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A797B7-D9C2-959E-6CA1-FCD150FF0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7581" y="921715"/>
            <a:ext cx="3872267" cy="2635993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200" b="1">
                <a:latin typeface="Broadway" panose="04040905080B02020502" pitchFamily="82" charset="0"/>
              </a:rPr>
              <a:t>Personal Cloud Provider Model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9144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4022220"/>
            <a:ext cx="611504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9190104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CA02-45C4-46AB-5A03-0BE8484A1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581" y="4541263"/>
            <a:ext cx="3497218" cy="1395022"/>
          </a:xfrm>
        </p:spPr>
        <p:txBody>
          <a:bodyPr anchor="t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Founder: Justine Longla T-Lane (JLT)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35D28F-C49A-DD2D-BF42-6DEFA31BE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668997"/>
            <a:ext cx="3872266" cy="3872266"/>
          </a:xfrm>
          <a:prstGeom prst="rect">
            <a:avLst/>
          </a:prstGeom>
        </p:spPr>
      </p:pic>
      <p:sp>
        <p:nvSpPr>
          <p:cNvPr id="160" name="Rectangle 159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9143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utoShape 2" descr="Justine Longla T. DevSecOps Logo">
            <a:extLst>
              <a:ext uri="{FF2B5EF4-FFF2-40B4-BE49-F238E27FC236}">
                <a16:creationId xmlns:a16="http://schemas.microsoft.com/office/drawing/2014/main" id="{3AA948DF-F666-2AE3-3313-37A14BA10E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4" descr="Justine Longla T. DevSecOps Logo">
            <a:extLst>
              <a:ext uri="{FF2B5EF4-FFF2-40B4-BE49-F238E27FC236}">
                <a16:creationId xmlns:a16="http://schemas.microsoft.com/office/drawing/2014/main" id="{016942AC-46B6-56F0-0E2A-EFAE339956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6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Vision</a:t>
            </a:r>
          </a:p>
        </p:txBody>
      </p:sp>
      <p:graphicFrame>
        <p:nvGraphicFramePr>
          <p:cNvPr id="36" name="Content Placeholder 2">
            <a:extLst>
              <a:ext uri="{FF2B5EF4-FFF2-40B4-BE49-F238E27FC236}">
                <a16:creationId xmlns:a16="http://schemas.microsoft.com/office/drawing/2014/main" id="{3B67174B-1F8D-1120-9908-C9379BBE07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273257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Problem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C9E77B-A062-6A3F-993D-94D6562CEE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8341364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Solution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188F42-09F8-0BB7-AE80-142963FDCA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9150595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Three-Plane Architecture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60E41092-CAA5-8774-93BB-9242FC94C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" y="2929753"/>
            <a:ext cx="8188452" cy="2681717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1064A1-11A7-561D-AFA5-48FB098DC0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2783819"/>
              </p:ext>
            </p:extLst>
          </p:nvPr>
        </p:nvGraphicFramePr>
        <p:xfrm>
          <a:off x="3490721" y="502920"/>
          <a:ext cx="5170932" cy="1463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Platform Services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FAD7D9-2807-C7EF-93F4-1F9FDD668B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1645708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Proposition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1E0EF9-C22B-9D1D-D956-A2082B8E7D7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8167"/>
            <a:ext cx="3625552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0943" y="991261"/>
            <a:ext cx="4316022" cy="183734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Founder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7809" y="2979336"/>
            <a:ext cx="4282290" cy="2430864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Built incrementally through personal investment and discipline</a:t>
            </a:r>
          </a:p>
          <a:p>
            <a:r>
              <a:rPr lang="en-US" sz="2000" dirty="0">
                <a:solidFill>
                  <a:schemeClr val="tx2"/>
                </a:solidFill>
              </a:rPr>
              <a:t>Simulates the scope of a multi-engineer platform initiative</a:t>
            </a:r>
          </a:p>
          <a:p>
            <a:r>
              <a:rPr lang="en-US" sz="2000" dirty="0">
                <a:solidFill>
                  <a:schemeClr val="tx2"/>
                </a:solidFill>
              </a:rPr>
              <a:t>Demonstrates platform leadership and systems thinking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Vision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EB9E67-A7C9-2E15-50D0-BDF9C24AE0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0491" y="320041"/>
            <a:ext cx="5030313" cy="38926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br>
              <a:rPr lang="en-US" sz="3100"/>
            </a:br>
            <a:br>
              <a:rPr lang="en-US" sz="3100"/>
            </a:br>
            <a:br>
              <a:rPr lang="en-US" sz="3100"/>
            </a:br>
            <a:br>
              <a:rPr lang="en-US" sz="3100"/>
            </a:br>
            <a:br>
              <a:rPr lang="en-US" sz="3100"/>
            </a:br>
            <a:br>
              <a:rPr lang="en-US" sz="3100"/>
            </a:br>
            <a:r>
              <a:rPr lang="en-US" sz="3100"/>
              <a:t>Personal Cloud Provider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40274" y="4631161"/>
            <a:ext cx="5030524" cy="1569486"/>
          </a:xfrm>
        </p:spPr>
        <p:txBody>
          <a:bodyPr>
            <a:normAutofit/>
          </a:bodyPr>
          <a:lstStyle/>
          <a:p>
            <a:pPr algn="l"/>
            <a:r>
              <a:rPr lang="en-US"/>
              <a:t>Founder: Justine Longla T-Lane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9193A9-A9DC-7CD3-B5B1-69CFD2731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" y="817512"/>
            <a:ext cx="3065526" cy="4904841"/>
          </a:xfrm>
          <a:prstGeom prst="rect">
            <a:avLst/>
          </a:prstGeom>
        </p:spPr>
      </p:pic>
      <p:sp>
        <p:nvSpPr>
          <p:cNvPr id="6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0490" y="4409267"/>
            <a:ext cx="3182692" cy="27432"/>
          </a:xfrm>
          <a:custGeom>
            <a:avLst/>
            <a:gdLst>
              <a:gd name="csX0" fmla="*/ 0 w 3182692"/>
              <a:gd name="csY0" fmla="*/ 0 h 27432"/>
              <a:gd name="csX1" fmla="*/ 604711 w 3182692"/>
              <a:gd name="csY1" fmla="*/ 0 h 27432"/>
              <a:gd name="csX2" fmla="*/ 1241250 w 3182692"/>
              <a:gd name="csY2" fmla="*/ 0 h 27432"/>
              <a:gd name="csX3" fmla="*/ 1909615 w 3182692"/>
              <a:gd name="csY3" fmla="*/ 0 h 27432"/>
              <a:gd name="csX4" fmla="*/ 2577981 w 3182692"/>
              <a:gd name="csY4" fmla="*/ 0 h 27432"/>
              <a:gd name="csX5" fmla="*/ 3182692 w 3182692"/>
              <a:gd name="csY5" fmla="*/ 0 h 27432"/>
              <a:gd name="csX6" fmla="*/ 3182692 w 3182692"/>
              <a:gd name="csY6" fmla="*/ 27432 h 27432"/>
              <a:gd name="csX7" fmla="*/ 2482500 w 3182692"/>
              <a:gd name="csY7" fmla="*/ 27432 h 27432"/>
              <a:gd name="csX8" fmla="*/ 1782308 w 3182692"/>
              <a:gd name="csY8" fmla="*/ 27432 h 27432"/>
              <a:gd name="csX9" fmla="*/ 1145769 w 3182692"/>
              <a:gd name="csY9" fmla="*/ 27432 h 27432"/>
              <a:gd name="csX10" fmla="*/ 0 w 3182692"/>
              <a:gd name="csY10" fmla="*/ 27432 h 27432"/>
              <a:gd name="csX11" fmla="*/ 0 w 3182692"/>
              <a:gd name="csY11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27432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526" y="7395"/>
                  <a:pt x="3182737" y="21864"/>
                  <a:pt x="3182692" y="27432"/>
                </a:cubicBezTo>
                <a:cubicBezTo>
                  <a:pt x="2998421" y="30886"/>
                  <a:pt x="2675038" y="28158"/>
                  <a:pt x="2482500" y="27432"/>
                </a:cubicBezTo>
                <a:cubicBezTo>
                  <a:pt x="2289962" y="26706"/>
                  <a:pt x="1930644" y="15978"/>
                  <a:pt x="1782308" y="27432"/>
                </a:cubicBezTo>
                <a:cubicBezTo>
                  <a:pt x="1633972" y="38886"/>
                  <a:pt x="1287388" y="7152"/>
                  <a:pt x="1145769" y="27432"/>
                </a:cubicBezTo>
                <a:cubicBezTo>
                  <a:pt x="1004150" y="47712"/>
                  <a:pt x="256377" y="-28294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182692" h="27432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885" y="12649"/>
                  <a:pt x="3181704" y="17989"/>
                  <a:pt x="3182692" y="27432"/>
                </a:cubicBezTo>
                <a:cubicBezTo>
                  <a:pt x="3039109" y="-3557"/>
                  <a:pt x="2823860" y="22992"/>
                  <a:pt x="2546154" y="27432"/>
                </a:cubicBezTo>
                <a:cubicBezTo>
                  <a:pt x="2268448" y="31872"/>
                  <a:pt x="2098674" y="14435"/>
                  <a:pt x="1845961" y="27432"/>
                </a:cubicBezTo>
                <a:cubicBezTo>
                  <a:pt x="1593248" y="40429"/>
                  <a:pt x="1456743" y="36704"/>
                  <a:pt x="1304904" y="27432"/>
                </a:cubicBezTo>
                <a:cubicBezTo>
                  <a:pt x="1153065" y="18160"/>
                  <a:pt x="947204" y="20270"/>
                  <a:pt x="668365" y="27432"/>
                </a:cubicBezTo>
                <a:cubicBezTo>
                  <a:pt x="389526" y="34594"/>
                  <a:pt x="288244" y="4516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BB40D9-79EF-0A24-2F8C-5C5E6FB22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D42061D-E334-233F-D773-FBC1EF932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04E316-0596-34EF-F793-1B26BF8AF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A3509-FA46-3209-4A08-C969564A7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630" y="4254229"/>
            <a:ext cx="7980565" cy="775845"/>
          </a:xfrm>
        </p:spPr>
        <p:txBody>
          <a:bodyPr anchor="b">
            <a:normAutofit fontScale="90000"/>
          </a:bodyPr>
          <a:lstStyle/>
          <a:p>
            <a:br>
              <a:rPr lang="en-US" sz="3500" dirty="0">
                <a:solidFill>
                  <a:schemeClr val="tx2"/>
                </a:solidFill>
              </a:rPr>
            </a:br>
            <a:br>
              <a:rPr lang="en-US" sz="3500" dirty="0">
                <a:solidFill>
                  <a:schemeClr val="tx2"/>
                </a:solidFill>
              </a:rPr>
            </a:br>
            <a:br>
              <a:rPr lang="en-US" sz="3500" dirty="0">
                <a:solidFill>
                  <a:schemeClr val="tx2"/>
                </a:solidFill>
              </a:rPr>
            </a:br>
            <a:br>
              <a:rPr lang="en-US" sz="3500" dirty="0">
                <a:solidFill>
                  <a:schemeClr val="tx2"/>
                </a:solidFill>
              </a:rPr>
            </a:br>
            <a:br>
              <a:rPr lang="en-US" sz="3500" dirty="0">
                <a:solidFill>
                  <a:schemeClr val="tx2"/>
                </a:solidFill>
              </a:rPr>
            </a:br>
            <a:br>
              <a:rPr lang="en-US" sz="3500" dirty="0">
                <a:solidFill>
                  <a:schemeClr val="tx2"/>
                </a:solidFill>
              </a:rPr>
            </a:br>
            <a:endParaRPr lang="en-US" sz="3500" dirty="0">
              <a:solidFill>
                <a:schemeClr val="tx2"/>
              </a:solidFill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4B662FD-E464-1920-E067-3A86A4E5D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7257560" y="0"/>
            <a:ext cx="1886211" cy="2174333"/>
            <a:chOff x="-305" y="-4155"/>
            <a:chExt cx="2514948" cy="2174333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9033F0A-6ACB-29F2-43BB-0D08C88C8B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738D61D-D5BB-4384-2B9D-2E305BF1D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3F12034-26E4-C020-0DEC-BBA19A3E7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E185F2D-87B3-B6B4-FDD5-3341635979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040B4CD-2076-32AE-49FD-702CAC2ED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228" y="4322879"/>
            <a:ext cx="2533818" cy="2535121"/>
            <a:chOff x="-305" y="-1"/>
            <a:chExt cx="3832880" cy="2876136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220EC4E-1040-E19A-DA24-733D1A970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80BB23A-74EA-2E21-3FA7-013BF77D8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8A33450-5697-2BF9-359D-3AEC35A961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5DF5C1C-1699-A979-6721-D21EC9E52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F876E8A-197B-B8E3-9B1B-4D4D1D8484EB}"/>
              </a:ext>
            </a:extLst>
          </p:cNvPr>
          <p:cNvSpPr/>
          <p:nvPr/>
        </p:nvSpPr>
        <p:spPr>
          <a:xfrm>
            <a:off x="2230655" y="2244060"/>
            <a:ext cx="4682692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lackadder ITC" panose="04020505051007020D02" pitchFamily="82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43256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</TotalTime>
  <Words>202</Words>
  <Application>Microsoft Office PowerPoint</Application>
  <PresentationFormat>On-screen Show (4:3)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Blackadder ITC</vt:lpstr>
      <vt:lpstr>Broadway</vt:lpstr>
      <vt:lpstr>Calibri</vt:lpstr>
      <vt:lpstr>Office Theme</vt:lpstr>
      <vt:lpstr>Personal Cloud Provider Model</vt:lpstr>
      <vt:lpstr>Vision</vt:lpstr>
      <vt:lpstr>The Problem</vt:lpstr>
      <vt:lpstr>The Solution</vt:lpstr>
      <vt:lpstr>Three-Plane Architecture</vt:lpstr>
      <vt:lpstr>Platform Services</vt:lpstr>
      <vt:lpstr>Value Proposition</vt:lpstr>
      <vt:lpstr>Founder Story</vt:lpstr>
      <vt:lpstr>Future Vision</vt:lpstr>
      <vt:lpstr>      Personal Cloud Provider Model</vt:lpstr>
      <vt:lpstr>    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FNU Longla Justine Tekang</cp:lastModifiedBy>
  <cp:revision>2</cp:revision>
  <dcterms:created xsi:type="dcterms:W3CDTF">2013-01-27T09:14:16Z</dcterms:created>
  <dcterms:modified xsi:type="dcterms:W3CDTF">2026-03-01T15:30:46Z</dcterms:modified>
  <cp:category/>
</cp:coreProperties>
</file>